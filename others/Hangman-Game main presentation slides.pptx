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9" r:id="rId4"/>
    <p:sldId id="260" r:id="rId5"/>
    <p:sldId id="265" r:id="rId6"/>
    <p:sldId id="266" r:id="rId7"/>
    <p:sldId id="267" r:id="rId8"/>
    <p:sldId id="261" r:id="rId9"/>
    <p:sldId id="268" r:id="rId10"/>
    <p:sldId id="263" r:id="rId11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elasio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00503000000020004" charset="0"/>
      <p:regular r:id="rId23"/>
    </p:embeddedFont>
    <p:embeddedFont>
      <p:font typeface="Inter Bold" panose="02000503000000020004" pitchFamily="2" charset="0"/>
      <p:bold r:id="rId24"/>
    </p:embeddedFont>
    <p:embeddedFont>
      <p:font typeface="Aptos" panose="020B0004020202090204" pitchFamily="34" charset="0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36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44" d="100"/>
          <a:sy n="44" d="100"/>
        </p:scale>
        <p:origin x="3618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6998D-0111-491C-B6D7-DC2A0D096EE3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8B549-1385-43B7-8D37-1BD41232EC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84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10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81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442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76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8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4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9207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Hangman Game:</a:t>
            </a:r>
            <a:endParaRPr lang="en-US" sz="44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652573"/>
            <a:ext cx="74999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Dive into 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 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“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Word” of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3550" b="1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Adventure</a:t>
            </a:r>
            <a:endParaRPr lang="en-US" sz="35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47126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dirty="0" smtClean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    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By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    Group-3</a:t>
            </a:r>
            <a:endParaRPr lang="en-US" sz="2800" dirty="0" smtClean="0">
              <a:solidFill>
                <a:schemeClr val="bg1"/>
              </a:solidFill>
              <a:latin typeface="Inter Bold"/>
              <a:ea typeface="Gelasio" pitchFamily="34" charset="-122"/>
              <a:cs typeface="Gelasi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Intisar </a:t>
            </a:r>
            <a:r>
              <a:rPr lang="en-US" sz="2800" dirty="0" err="1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Binthay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Fauzul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Ashfaqul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Alam</a:t>
            </a:r>
            <a:endParaRPr lang="en-US" sz="2800" dirty="0" smtClean="0">
              <a:solidFill>
                <a:schemeClr val="bg1"/>
              </a:solidFill>
              <a:latin typeface="Inter Bold"/>
              <a:ea typeface="Gelasio" pitchFamily="34" charset="-122"/>
              <a:cs typeface="Gelasio" pitchFamily="34" charset="-120"/>
            </a:endParaRP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Syed 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Sadat 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Hasan</a:t>
            </a:r>
          </a:p>
          <a:p>
            <a:pPr marL="457200" indent="-45720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en-US" sz="2800" dirty="0" err="1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Rafiha</a:t>
            </a:r>
            <a:r>
              <a:rPr lang="en-US" sz="2800" dirty="0" smtClean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Saleha</a:t>
            </a:r>
            <a:endParaRPr lang="en-US" sz="2800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956" y="619720"/>
            <a:ext cx="4503182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35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787956" y="1520190"/>
            <a:ext cx="7568089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We made a new version of the classic Hangman game for your computer screen.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87956" y="2493764"/>
            <a:ext cx="900589" cy="1350883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9419" y="2958108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913692" y="2718911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Core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13692" y="3205758"/>
            <a:ext cx="6442353" cy="360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The game chooses words smartly to keep it fun and interesting.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87956" y="4069794"/>
            <a:ext cx="900589" cy="1657469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69419" y="4687491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913692" y="4294942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Easy to Use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913692" y="4781788"/>
            <a:ext cx="644235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Simple instructions and clear pictures make it easy for anyone to play.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87956" y="5952411"/>
            <a:ext cx="900589" cy="1657469"/>
          </a:xfrm>
          <a:prstGeom prst="roundRect">
            <a:avLst>
              <a:gd name="adj" fmla="val 36002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69419" y="6570107"/>
            <a:ext cx="337661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913692" y="6177558"/>
            <a:ext cx="2814399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Runs Well</a:t>
            </a:r>
            <a:endParaRPr lang="en-US" sz="22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913692" y="6664404"/>
            <a:ext cx="6442353" cy="720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The game is built in a way that makes it work smoothly and quickly.</a:t>
            </a:r>
            <a:endParaRPr lang="en-US" sz="175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2567" y="751761"/>
            <a:ext cx="4378404" cy="54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Game Flow</a:t>
            </a:r>
            <a:endParaRPr lang="en-US" sz="34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52567" y="1627346"/>
            <a:ext cx="7611666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What happens when you play Hangman.</a:t>
            </a:r>
            <a:endParaRPr lang="en-US" sz="2000" b="1" dirty="0">
              <a:solidFill>
                <a:schemeClr val="bg1"/>
              </a:solidFill>
              <a:latin typeface="Inter Bold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567" y="2223849"/>
            <a:ext cx="1094542" cy="13134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65946" y="2442686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Game Start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565946" y="2915960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Welcome message and rules appear.</a:t>
            </a: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567" y="3537347"/>
            <a:ext cx="1094542" cy="13134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65946" y="3756184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Word Picked</a:t>
            </a:r>
          </a:p>
        </p:txBody>
      </p:sp>
      <p:sp>
        <p:nvSpPr>
          <p:cNvPr id="10" name="Text 5"/>
          <p:cNvSpPr/>
          <p:nvPr/>
        </p:nvSpPr>
        <p:spPr>
          <a:xfrm>
            <a:off x="7565946" y="4229457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secret word is chosen.</a:t>
            </a: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567" y="4850844"/>
            <a:ext cx="1094542" cy="13134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565946" y="5069681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Guessing Time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565946" y="5542955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You guess letters. The game tells you if you are right or wrong.</a:t>
            </a:r>
            <a:endParaRPr lang="en-US" sz="17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567" y="6164342"/>
            <a:ext cx="1094542" cy="131349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565946" y="6383179"/>
            <a:ext cx="2736413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Win or Lose</a:t>
            </a:r>
            <a:endParaRPr lang="en-US" sz="21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565946" y="6856452"/>
            <a:ext cx="6298287" cy="3502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The game ends. You see if you won or lost.</a:t>
            </a:r>
            <a:endParaRPr lang="en-US" sz="17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6100" y="4470400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r>
              <a:rPr lang="en-US" dirty="0" smtClean="0"/>
              <a:t>uess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546100" y="3237706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  <a:r>
              <a:rPr lang="en-US" dirty="0" smtClean="0"/>
              <a:t>ord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2152650" y="3214887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Correct?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3840044" y="3214887"/>
            <a:ext cx="985956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Win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3840044" y="4544973"/>
            <a:ext cx="985956" cy="5247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Score!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152650" y="4470400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Wrong?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727200" y="3836987"/>
            <a:ext cx="425450" cy="6334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2730500" y="5069681"/>
            <a:ext cx="0" cy="6199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2152650" y="5725913"/>
            <a:ext cx="1181100" cy="59928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Lose </a:t>
            </a:r>
            <a:r>
              <a:rPr lang="en-US" dirty="0" smtClean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6738723" y="7777302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576263"/>
            <a:ext cx="532661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Important Parts of the Game</a:t>
            </a:r>
            <a:endParaRPr lang="en-US" sz="33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3425" y="1761530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7750" y="1650206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/>
                <a:ea typeface="Gelasio" pitchFamily="34" charset="-122"/>
                <a:cs typeface="Gelasio" pitchFamily="34" charset="-120"/>
              </a:rPr>
              <a:t>Many Words</a:t>
            </a:r>
            <a:endParaRPr lang="en-US" sz="2400" b="1" dirty="0">
              <a:solidFill>
                <a:schemeClr val="bg1"/>
              </a:solidFill>
              <a:latin typeface="Inter Bold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47750" y="2112228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/>
                <a:ea typeface="Gelasio" pitchFamily="34" charset="-122"/>
                <a:cs typeface="Gelasio" pitchFamily="34" charset="-120"/>
              </a:rPr>
              <a:t>Lots of words to guess from.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3425" y="3052882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7750" y="2941558"/>
            <a:ext cx="265878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Checks What You Type</a:t>
            </a:r>
            <a:endParaRPr lang="en-US" sz="24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7750" y="3403580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Makes sure you type real letters.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3425" y="4344233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47750" y="4232910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Hangman Pictures</a:t>
            </a:r>
            <a:endParaRPr lang="en-US" sz="205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47750" y="4694932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See the hangman grow as you play.</a:t>
            </a:r>
            <a:endParaRPr lang="en-US" sz="1650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3425" y="5635585"/>
            <a:ext cx="104775" cy="104775"/>
          </a:xfrm>
          <a:prstGeom prst="roundRect">
            <a:avLst>
              <a:gd name="adj" fmla="val 436364"/>
            </a:avLst>
          </a:prstGeom>
          <a:solidFill>
            <a:srgbClr val="C49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552426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Remembers</a:t>
            </a:r>
            <a:r>
              <a:rPr lang="en-US" sz="2400" b="1" dirty="0">
                <a:solidFill>
                  <a:schemeClr val="bg1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Letters</a:t>
            </a:r>
            <a:endParaRPr lang="en-US" sz="24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47750" y="5986284"/>
            <a:ext cx="601182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Keeps track of letters you already guessed.</a:t>
            </a:r>
            <a:endParaRPr lang="en-US" b="1" dirty="0">
              <a:solidFill>
                <a:schemeClr val="bg1">
                  <a:lumMod val="8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4897" y="1819782"/>
            <a:ext cx="6326148" cy="63261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4605" y="7789506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8978" y="489109"/>
            <a:ext cx="7898844" cy="111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</a:t>
            </a: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Journey into Practical Programming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108978" y="1619012"/>
            <a:ext cx="789884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goal: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construct a console-based Hangman game in C. This isn't just about building a </a:t>
            </a: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game, it's an educational pathway to a better understanding of programming concepts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16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</a:t>
            </a: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software design.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108978" y="2921198"/>
            <a:ext cx="3860483" cy="2605445"/>
          </a:xfrm>
          <a:prstGeom prst="roundRect">
            <a:avLst>
              <a:gd name="adj" fmla="val 2868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94477" y="3106698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8" name="Text 4"/>
          <p:cNvSpPr/>
          <p:nvPr/>
        </p:nvSpPr>
        <p:spPr>
          <a:xfrm>
            <a:off x="6294477" y="3818215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Educates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294477" y="4202906"/>
            <a:ext cx="3489484" cy="853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Teaches fundamental C programming concepts: strings, arrays, file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I/O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crucial memory management techniques.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147340" y="2921198"/>
            <a:ext cx="3860483" cy="2605445"/>
          </a:xfrm>
          <a:prstGeom prst="roundRect">
            <a:avLst>
              <a:gd name="adj" fmla="val 2868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32839" y="3106698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13" name="Text 8"/>
          <p:cNvSpPr/>
          <p:nvPr/>
        </p:nvSpPr>
        <p:spPr>
          <a:xfrm>
            <a:off x="10332839" y="3818215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Engages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10332839" y="4202906"/>
            <a:ext cx="3489484" cy="113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interactive gameplay with dynamic scoring, high-score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built-in replayability for sustained fun.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108978" y="5704523"/>
            <a:ext cx="7898844" cy="2036326"/>
          </a:xfrm>
          <a:prstGeom prst="roundRect">
            <a:avLst>
              <a:gd name="adj" fmla="val 3669"/>
            </a:avLst>
          </a:prstGeom>
          <a:solidFill>
            <a:srgbClr val="DADBF1"/>
          </a:solidFill>
          <a:ln w="7620">
            <a:solidFill>
              <a:srgbClr val="F1E9D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94477" y="5890022"/>
            <a:ext cx="533638" cy="533638"/>
          </a:xfrm>
          <a:prstGeom prst="roundRect">
            <a:avLst>
              <a:gd name="adj" fmla="val 17133498"/>
            </a:avLst>
          </a:prstGeom>
          <a:solidFill>
            <a:srgbClr val="F1E9D2"/>
          </a:solidFill>
          <a:ln/>
        </p:spPr>
      </p:sp>
      <p:sp>
        <p:nvSpPr>
          <p:cNvPr id="18" name="Text 12"/>
          <p:cNvSpPr/>
          <p:nvPr/>
        </p:nvSpPr>
        <p:spPr>
          <a:xfrm>
            <a:off x="6294477" y="6601539"/>
            <a:ext cx="2223611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Demonstrates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294477" y="6986230"/>
            <a:ext cx="7527846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modular software design with clear separation of logic for game mechanics, player </a:t>
            </a:r>
            <a:r>
              <a:rPr lang="en-US" sz="1600" dirty="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handling data.</a:t>
            </a:r>
            <a:endParaRPr lang="en-US" sz="1600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271" y="3216097"/>
            <a:ext cx="400050" cy="3429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271" y="6028819"/>
            <a:ext cx="400050" cy="3048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8208" y="3216097"/>
            <a:ext cx="3429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6282" y="7847529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88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9572" y="604718"/>
            <a:ext cx="7917656" cy="1094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Modular Design: The Heart of Our Hangman Architecture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9572" y="1917418"/>
            <a:ext cx="7917656" cy="840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embraced a modular approach, structuring the project into distinct, manageable components. This design principle ensures </a:t>
            </a:r>
            <a:r>
              <a:rPr lang="en-US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collaboration.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572" y="3074849"/>
            <a:ext cx="875943" cy="12892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50656" y="3249990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game.c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150656" y="3628608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core game logic: word selection, guess processing, visual hangman </a:t>
            </a:r>
            <a:r>
              <a:rPr lang="en-US" sz="1400" dirty="0" smtClean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drawing </a:t>
            </a: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win/lose conditions.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572" y="4364058"/>
            <a:ext cx="875943" cy="12892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50656" y="4554188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player.c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150656" y="4917817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player interactions: name input, secure score saving and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and high-score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572" y="5653266"/>
            <a:ext cx="875943" cy="12892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50656" y="5828407"/>
            <a:ext cx="2189798" cy="273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main.c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150656" y="6207026"/>
            <a:ext cx="6866573" cy="560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Serves as the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controller: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controls the overall program flow, integrates the various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modules we used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1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the 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choices.</a:t>
            </a:r>
            <a:endParaRPr lang="en-US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7758054" y="7883260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65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2164" y="391640"/>
            <a:ext cx="6854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Technical Features: Bringing the Game to Life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845" y="802978"/>
            <a:ext cx="13836729" cy="241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Hangman game integrates several features that enhance its functionality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user experience.</a:t>
            </a:r>
            <a:endParaRPr lang="en-US" sz="2000" b="1" dirty="0"/>
          </a:p>
        </p:txBody>
      </p:sp>
      <p:sp>
        <p:nvSpPr>
          <p:cNvPr id="4" name="Shape 2"/>
          <p:cNvSpPr/>
          <p:nvPr/>
        </p:nvSpPr>
        <p:spPr>
          <a:xfrm>
            <a:off x="396835" y="1624059"/>
            <a:ext cx="6861691" cy="3238885"/>
          </a:xfrm>
          <a:prstGeom prst="roundRect">
            <a:avLst>
              <a:gd name="adj" fmla="val 1379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373" y="1605903"/>
            <a:ext cx="85805" cy="6436660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6" name="Text 4"/>
          <p:cNvSpPr/>
          <p:nvPr/>
        </p:nvSpPr>
        <p:spPr>
          <a:xfrm>
            <a:off x="1652945" y="1949671"/>
            <a:ext cx="160281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Word Loading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6910" y="2279113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Words are loaded dynamically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20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words.txt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allowing for an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expandable 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of 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</a:t>
            </a:r>
            <a:endParaRPr lang="en-US" sz="20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tech-related</a:t>
            </a:r>
          </a:p>
          <a:p>
            <a:pPr marL="0" indent="0" algn="l">
              <a:buNone/>
            </a:pPr>
            <a:r>
              <a:rPr lang="en-US" sz="20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terms.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101" y="2973926"/>
            <a:ext cx="2609515" cy="178545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30299" y="1605903"/>
            <a:ext cx="6861691" cy="3257042"/>
          </a:xfrm>
          <a:prstGeom prst="roundRect">
            <a:avLst>
              <a:gd name="adj" fmla="val 1379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60145" y="1624058"/>
            <a:ext cx="55054" cy="6465991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11" name="Text 8"/>
          <p:cNvSpPr/>
          <p:nvPr/>
        </p:nvSpPr>
        <p:spPr>
          <a:xfrm>
            <a:off x="8755656" y="1949671"/>
            <a:ext cx="1417558" cy="194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Score Persistence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7757276" y="2198286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scores are saved and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from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scores.txt</a:t>
            </a: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scores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across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gaming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5693" y="2973927"/>
            <a:ext cx="2555961" cy="1748811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2080" y="4958639"/>
            <a:ext cx="6861691" cy="3066272"/>
          </a:xfrm>
          <a:prstGeom prst="roundRect">
            <a:avLst>
              <a:gd name="adj" fmla="val 1335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27970" y="5356703"/>
            <a:ext cx="2130443" cy="146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User Interface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816888" y="5956089"/>
            <a:ext cx="655879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basic terminal based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UI displays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the hangman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stages,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r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emaining tries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and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a clear list of already </a:t>
            </a: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guessed </a:t>
            </a: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letters </a:t>
            </a:r>
            <a:r>
              <a:rPr lang="en-US" sz="2400" dirty="0">
                <a:solidFill>
                  <a:srgbClr val="FFFFFF"/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for an intuitive experience.</a:t>
            </a:r>
            <a:endParaRPr lang="en-US" sz="2400" dirty="0"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395706" y="4958639"/>
            <a:ext cx="6861691" cy="3099588"/>
          </a:xfrm>
          <a:prstGeom prst="roundRect">
            <a:avLst>
              <a:gd name="adj" fmla="val 1335"/>
            </a:avLst>
          </a:prstGeom>
          <a:solidFill>
            <a:srgbClr val="404040"/>
          </a:solidFill>
          <a:ln w="15240">
            <a:solidFill>
              <a:srgbClr val="F1E9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flipH="1">
            <a:off x="7297458" y="1605903"/>
            <a:ext cx="45719" cy="6484146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21" name="Text 16"/>
          <p:cNvSpPr/>
          <p:nvPr/>
        </p:nvSpPr>
        <p:spPr>
          <a:xfrm>
            <a:off x="7941528" y="5325955"/>
            <a:ext cx="204442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Memory Management</a:t>
            </a:r>
            <a:endParaRPr lang="en-US" sz="3200" dirty="0"/>
          </a:p>
        </p:txBody>
      </p:sp>
      <p:sp>
        <p:nvSpPr>
          <p:cNvPr id="22" name="Text 17"/>
          <p:cNvSpPr/>
          <p:nvPr/>
        </p:nvSpPr>
        <p:spPr>
          <a:xfrm>
            <a:off x="7788115" y="5943595"/>
            <a:ext cx="6558796" cy="18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240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efficient word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handling, </a:t>
            </a: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leaks </a:t>
            </a:r>
            <a:endParaRPr lang="en-US" sz="2400" dirty="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buNone/>
            </a:pPr>
            <a:r>
              <a:rPr lang="en-US" sz="2400" dirty="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stable performance.</a:t>
            </a:r>
            <a:endParaRPr lang="en-US" sz="2400" dirty="0"/>
          </a:p>
        </p:txBody>
      </p:sp>
      <p:sp>
        <p:nvSpPr>
          <p:cNvPr id="24" name="Shape 3"/>
          <p:cNvSpPr/>
          <p:nvPr/>
        </p:nvSpPr>
        <p:spPr>
          <a:xfrm>
            <a:off x="14175651" y="1605902"/>
            <a:ext cx="94047" cy="6436661"/>
          </a:xfrm>
          <a:prstGeom prst="roundRect">
            <a:avLst>
              <a:gd name="adj" fmla="val 78139"/>
            </a:avLst>
          </a:prstGeom>
          <a:solidFill>
            <a:srgbClr val="F1E9D2"/>
          </a:solidFill>
          <a:ln/>
        </p:spPr>
      </p:sp>
      <p:sp>
        <p:nvSpPr>
          <p:cNvPr id="25" name="TextBox 24"/>
          <p:cNvSpPr txBox="1"/>
          <p:nvPr/>
        </p:nvSpPr>
        <p:spPr>
          <a:xfrm>
            <a:off x="7399402" y="7748211"/>
            <a:ext cx="7784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74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513" y="531495"/>
            <a:ext cx="3866198" cy="483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00" b="1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How We Made It</a:t>
            </a:r>
            <a:endParaRPr lang="en-US" sz="3000" b="1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513" y="1401247"/>
            <a:ext cx="13277374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C9C2C0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Here's how we built the </a:t>
            </a:r>
            <a:r>
              <a:rPr lang="en-US" sz="1500" dirty="0" smtClean="0">
                <a:solidFill>
                  <a:srgbClr val="C9C2C0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game...</a:t>
            </a:r>
            <a:endParaRPr lang="en-US" sz="1500" dirty="0"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03770" y="1927979"/>
            <a:ext cx="22860" cy="5771912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40758" y="2133957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097732" y="1927979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0182" y="1964174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932277" y="1994416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Plan &amp; Design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6513" y="2412444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decided what the game would do and how it would work.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09808" y="3293745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97732" y="3087767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70182" y="3123962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8281749" y="3154204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Build Main Parts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81749" y="3572232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made the game pick words and check guesses.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40758" y="4293394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97732" y="4087416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0182" y="4123611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3932277" y="4153853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What Players See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76513" y="4571881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wrote the messages and drew the hangman pictures.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509808" y="5293162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97732" y="5087183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70182" y="5123378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8281749" y="5153620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Test &amp; Fix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281749" y="5571649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 smtClean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played the game to find and fix any problems.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40758" y="6292929"/>
            <a:ext cx="579834" cy="22860"/>
          </a:xfrm>
          <a:prstGeom prst="roundRect">
            <a:avLst>
              <a:gd name="adj" fmla="val 126844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7732" y="6086951"/>
            <a:ext cx="434935" cy="434935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0182" y="6123146"/>
            <a:ext cx="289917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2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3932277" y="6153388"/>
            <a:ext cx="2416373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Make It Better</a:t>
            </a:r>
            <a:endParaRPr lang="en-US" sz="1900" b="1" dirty="0">
              <a:solidFill>
                <a:schemeClr val="bg1"/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513" y="6571417"/>
            <a:ext cx="5672138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We made the game easier to understand and more fun to play.</a:t>
            </a:r>
            <a:endParaRPr lang="en-US" sz="150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512582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6390" y="508278"/>
            <a:ext cx="12388572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Overcoming Challenges: Solutions for a Polished Game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6390" y="1454825"/>
            <a:ext cx="13337619" cy="590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the Hangman game presented various challenges, particularly in user input and resource management. We implemented thoughtful solutions to ensure a stable, user-friendly, and well-structured application.</a:t>
            </a:r>
            <a:endParaRPr lang="en-US" sz="16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90" y="2461141"/>
            <a:ext cx="4590812" cy="459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390" y="7259717"/>
            <a:ext cx="6443543" cy="295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7548086" y="2461141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25226" y="2461141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8" name="Text 5"/>
          <p:cNvSpPr/>
          <p:nvPr/>
        </p:nvSpPr>
        <p:spPr>
          <a:xfrm>
            <a:off x="7824192" y="2668667"/>
            <a:ext cx="4215765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Handling user input errors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24192" y="3141821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Used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fgets()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validation in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playerGuess()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48086" y="3837027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25226" y="3837027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12" name="Text 9"/>
          <p:cNvSpPr/>
          <p:nvPr/>
        </p:nvSpPr>
        <p:spPr>
          <a:xfrm>
            <a:off x="7824192" y="4044553"/>
            <a:ext cx="4440317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Managing dynamic word list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824192" y="4517708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Implemented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loadWordsFromFile()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malloc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548086" y="5212913"/>
            <a:ext cx="6443543" cy="1191220"/>
          </a:xfrm>
          <a:prstGeom prst="roundRect">
            <a:avLst>
              <a:gd name="adj" fmla="val 9211"/>
            </a:avLst>
          </a:prstGeom>
          <a:solidFill>
            <a:srgbClr val="404040"/>
          </a:solidFill>
          <a:ln w="22860">
            <a:solidFill>
              <a:srgbClr val="F1E9D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25226" y="5212913"/>
            <a:ext cx="91440" cy="1191220"/>
          </a:xfrm>
          <a:prstGeom prst="roundRect">
            <a:avLst>
              <a:gd name="adj" fmla="val 84843"/>
            </a:avLst>
          </a:prstGeom>
          <a:solidFill>
            <a:srgbClr val="F1E9D2"/>
          </a:solidFill>
          <a:ln/>
        </p:spPr>
      </p:sp>
      <p:sp>
        <p:nvSpPr>
          <p:cNvPr id="16" name="Text 13"/>
          <p:cNvSpPr/>
          <p:nvPr/>
        </p:nvSpPr>
        <p:spPr>
          <a:xfrm>
            <a:off x="7824192" y="5420439"/>
            <a:ext cx="3801785" cy="288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Challenge: Keeping code modular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824192" y="5893594"/>
            <a:ext cx="5959912" cy="303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Solution: Created separate </a:t>
            </a:r>
            <a:r>
              <a:rPr lang="en-US" sz="1450" dirty="0">
                <a:solidFill>
                  <a:srgbClr val="FFFFFF"/>
                </a:solidFill>
                <a:highlight>
                  <a:srgbClr val="4D4D4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</a:t>
            </a:r>
            <a:r>
              <a:rPr lang="en-US" sz="1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headers for clear interfaces</a:t>
            </a:r>
            <a:endParaRPr lang="en-US" sz="1450" dirty="0"/>
          </a:p>
        </p:txBody>
      </p:sp>
      <p:sp>
        <p:nvSpPr>
          <p:cNvPr id="19" name="TextBox 18"/>
          <p:cNvSpPr txBox="1"/>
          <p:nvPr/>
        </p:nvSpPr>
        <p:spPr>
          <a:xfrm>
            <a:off x="3512582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164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0604" y="3658433"/>
            <a:ext cx="494204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 smtClean="0">
                <a:solidFill>
                  <a:schemeClr val="bg1">
                    <a:lumMod val="9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Gelasio" pitchFamily="34" charset="-120"/>
              </a:rPr>
              <a:t>Potential upgrades to the game</a:t>
            </a:r>
            <a:endParaRPr lang="en-US" sz="3550" dirty="0">
              <a:solidFill>
                <a:schemeClr val="bg1">
                  <a:lumMod val="9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4565571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4792385"/>
            <a:ext cx="29552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Easier or Harder Levels</a:t>
            </a:r>
          </a:p>
        </p:txBody>
      </p:sp>
      <p:sp>
        <p:nvSpPr>
          <p:cNvPr id="6" name="Text 3"/>
          <p:cNvSpPr/>
          <p:nvPr/>
        </p:nvSpPr>
        <p:spPr>
          <a:xfrm>
            <a:off x="1020604" y="5282803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Change how long words are and how many tries you get.</a:t>
            </a:r>
          </a:p>
        </p:txBody>
      </p:sp>
      <p:sp>
        <p:nvSpPr>
          <p:cNvPr id="7" name="Shape 4"/>
          <p:cNvSpPr/>
          <p:nvPr/>
        </p:nvSpPr>
        <p:spPr>
          <a:xfrm>
            <a:off x="7428548" y="4565571"/>
            <a:ext cx="6408063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655362" y="47923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Word Groups</a:t>
            </a:r>
          </a:p>
        </p:txBody>
      </p:sp>
      <p:sp>
        <p:nvSpPr>
          <p:cNvPr id="9" name="Text 6"/>
          <p:cNvSpPr/>
          <p:nvPr/>
        </p:nvSpPr>
        <p:spPr>
          <a:xfrm>
            <a:off x="7655362" y="5282803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Play with words about animals, movies, or countries.</a:t>
            </a:r>
          </a:p>
        </p:txBody>
      </p:sp>
      <p:sp>
        <p:nvSpPr>
          <p:cNvPr id="10" name="Shape 7"/>
          <p:cNvSpPr/>
          <p:nvPr/>
        </p:nvSpPr>
        <p:spPr>
          <a:xfrm>
            <a:off x="793790" y="6099334"/>
            <a:ext cx="6407944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0604" y="6326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Better Pictures</a:t>
            </a:r>
          </a:p>
        </p:txBody>
      </p:sp>
      <p:sp>
        <p:nvSpPr>
          <p:cNvPr id="12" name="Text 9"/>
          <p:cNvSpPr/>
          <p:nvPr/>
        </p:nvSpPr>
        <p:spPr>
          <a:xfrm>
            <a:off x="1020604" y="6816566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Move from simple text pictures to real graphics.</a:t>
            </a:r>
          </a:p>
        </p:txBody>
      </p:sp>
      <p:sp>
        <p:nvSpPr>
          <p:cNvPr id="13" name="Shape 10"/>
          <p:cNvSpPr/>
          <p:nvPr/>
        </p:nvSpPr>
        <p:spPr>
          <a:xfrm>
            <a:off x="7428548" y="6099334"/>
            <a:ext cx="6408063" cy="1306949"/>
          </a:xfrm>
          <a:prstGeom prst="roundRect">
            <a:avLst>
              <a:gd name="adj" fmla="val 41653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55362" y="6326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smtClean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Play with Friends</a:t>
            </a:r>
            <a:endParaRPr lang="en-US" sz="2200" dirty="0">
              <a:solidFill>
                <a:schemeClr val="bg1">
                  <a:lumMod val="95000"/>
                </a:schemeClr>
              </a:solidFill>
              <a:latin typeface="Inter" panose="02000503000000020004" charset="0"/>
              <a:ea typeface="Inter" panose="02000503000000020004" charset="0"/>
              <a:cs typeface="Inter" panose="020005030000000200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655362" y="6816566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>
                    <a:lumMod val="95000"/>
                  </a:schemeClr>
                </a:solidFill>
                <a:latin typeface="Inter" panose="02000503000000020004" charset="0"/>
                <a:ea typeface="Inter" panose="02000503000000020004" charset="0"/>
                <a:cs typeface="Inter" panose="02000503000000020004" charset="0"/>
              </a:rPr>
              <a:t>One person picks a word, another tries to guess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6300" y="7750751"/>
            <a:ext cx="778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Group-3 | Members: Intisar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Binthay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Fauzul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Ashfaqul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Alam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, Syed Sadat Hasan,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Rafiha</a:t>
            </a:r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bg1">
                    <a:lumMod val="65000"/>
                  </a:schemeClr>
                </a:solidFill>
              </a:rPr>
              <a:t>Saleha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 rotWithShape="1">
          <a:blip r:embed="rId3"/>
          <a:srcRect l="96044" t="1046" r="92" b="69017"/>
          <a:stretch/>
        </p:blipFill>
        <p:spPr>
          <a:xfrm flipV="1">
            <a:off x="2577673" y="1901270"/>
            <a:ext cx="1601093" cy="545365"/>
          </a:xfrm>
          <a:prstGeom prst="rect">
            <a:avLst/>
          </a:prstGeom>
        </p:spPr>
      </p:pic>
      <p:pic>
        <p:nvPicPr>
          <p:cNvPr id="20" name="Image 0" descr="preencoded.png"/>
          <p:cNvPicPr>
            <a:picLocks noChangeAspect="1"/>
          </p:cNvPicPr>
          <p:nvPr/>
        </p:nvPicPr>
        <p:blipFill rotWithShape="1">
          <a:blip r:embed="rId3"/>
          <a:srcRect l="96044" t="1046" r="92" b="69017"/>
          <a:stretch/>
        </p:blipFill>
        <p:spPr>
          <a:xfrm flipV="1">
            <a:off x="9690050" y="1994001"/>
            <a:ext cx="1601093" cy="545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921</Words>
  <Application>Microsoft Office PowerPoint</Application>
  <PresentationFormat>Custom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Calibri</vt:lpstr>
      <vt:lpstr>Wingdings</vt:lpstr>
      <vt:lpstr>Gelasio</vt:lpstr>
      <vt:lpstr>Consolas</vt:lpstr>
      <vt:lpstr>Inter</vt:lpstr>
      <vt:lpstr>Arial</vt:lpstr>
      <vt:lpstr>Inter Bold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user</cp:lastModifiedBy>
  <cp:revision>21</cp:revision>
  <dcterms:created xsi:type="dcterms:W3CDTF">2025-12-13T06:30:21Z</dcterms:created>
  <dcterms:modified xsi:type="dcterms:W3CDTF">2025-12-13T19:32:14Z</dcterms:modified>
</cp:coreProperties>
</file>