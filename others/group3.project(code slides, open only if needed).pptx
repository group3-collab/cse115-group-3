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3"/>
    <p:sldId id="278" r:id="rId4"/>
    <p:sldId id="261" r:id="rId5"/>
    <p:sldId id="262" r:id="rId6"/>
    <p:sldId id="266" r:id="rId7"/>
    <p:sldId id="267" r:id="rId8"/>
    <p:sldId id="270" r:id="rId9"/>
    <p:sldId id="271" r:id="rId10"/>
    <p:sldId id="272" r:id="rId11"/>
    <p:sldId id="273" r:id="rId12"/>
    <p:sldId id="275" r:id="rId13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3, Ashfaqul, Intisar, Rafiha, Sadat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10907395" cy="855345"/>
          </a:xfrm>
        </p:spPr>
        <p:txBody>
          <a:bodyPr>
            <a:normAutofit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HANGMAN GAME IN C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317625"/>
            <a:ext cx="5602605" cy="4968240"/>
          </a:xfrm>
        </p:spPr>
        <p:txBody>
          <a:bodyPr>
            <a:normAutofit/>
          </a:bodyPr>
          <a:p>
            <a:pPr algn="just"/>
            <a:r>
              <a:rPr lang="en-US" altLang="en-GB" sz="1800"/>
              <a:t>Project Name: Console Hangman Game</a:t>
            </a:r>
            <a:endParaRPr lang="en-US" altLang="en-GB" sz="1800"/>
          </a:p>
          <a:p>
            <a:pPr algn="just"/>
            <a:r>
              <a:rPr lang="en-US" altLang="en-GB" sz="1800"/>
              <a:t>Language: C Programming</a:t>
            </a:r>
            <a:endParaRPr lang="en-US" altLang="en-GB" sz="1800"/>
          </a:p>
          <a:p>
            <a:pPr algn="just"/>
            <a:r>
              <a:rPr lang="en-US" altLang="en-GB" sz="1800"/>
              <a:t>Features:</a:t>
            </a:r>
            <a:endParaRPr lang="en-US" altLang="en-GB" sz="1800"/>
          </a:p>
          <a:p>
            <a:pPr algn="just"/>
            <a:r>
              <a:rPr lang="en-US" altLang="en-GB" sz="1800"/>
              <a:t>Random word selection from a list (words.txt)</a:t>
            </a:r>
            <a:endParaRPr lang="en-US" altLang="en-GB" sz="1800"/>
          </a:p>
          <a:p>
            <a:pPr algn="just"/>
            <a:r>
              <a:rPr lang="en-US" altLang="en-GB" sz="1800"/>
              <a:t>Player input validation</a:t>
            </a:r>
            <a:endParaRPr lang="en-US" altLang="en-GB" sz="1800"/>
          </a:p>
          <a:p>
            <a:pPr algn="just"/>
            <a:r>
              <a:rPr lang="en-US" altLang="en-GB" sz="1800"/>
              <a:t>ASCII hangman drawing for wrong guesses</a:t>
            </a:r>
            <a:endParaRPr lang="en-US" altLang="en-GB" sz="1800"/>
          </a:p>
          <a:p>
            <a:pPr algn="just"/>
            <a:r>
              <a:rPr lang="en-US" altLang="en-GB" sz="1800"/>
              <a:t>Scoring system with high scores stored in scores.txt</a:t>
            </a:r>
            <a:endParaRPr lang="en-US" altLang="en-GB" sz="1800"/>
          </a:p>
        </p:txBody>
      </p:sp>
      <p:sp>
        <p:nvSpPr>
          <p:cNvPr id="8" name="Round Diagonal Corner Rectangle 7"/>
          <p:cNvSpPr/>
          <p:nvPr/>
        </p:nvSpPr>
        <p:spPr>
          <a:xfrm>
            <a:off x="6901815" y="115570"/>
            <a:ext cx="5165090" cy="6559550"/>
          </a:xfrm>
          <a:prstGeom prst="round2Diag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Start Game</a:t>
            </a:r>
            <a:endParaRPr lang="en-US" altLang="en-GB"/>
          </a:p>
          <a:p>
            <a:pPr algn="ctr"/>
            <a:r>
              <a:rPr lang="en-US" altLang="en-GB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algn="ctr"/>
            <a:r>
              <a:rPr lang="en-US" altLang="en-GB"/>
              <a:t>Enter Player Name</a:t>
            </a:r>
            <a:endParaRPr lang="en-US" altLang="en-GB"/>
          </a:p>
          <a:p>
            <a:pPr algn="ctr"/>
            <a:r>
              <a:rPr lang="en-US" altLang="en-GB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algn="ctr"/>
            <a:r>
              <a:rPr lang="en-US" altLang="en-GB"/>
              <a:t>Load Words from words.txt</a:t>
            </a:r>
            <a:endParaRPr lang="en-US" altLang="en-GB"/>
          </a:p>
          <a:p>
            <a:pPr algn="ctr"/>
            <a:r>
              <a:rPr lang="en-US" altLang="en-GB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algn="ctr"/>
            <a:r>
              <a:rPr lang="en-US" altLang="en-GB"/>
              <a:t>Select Random Word</a:t>
            </a:r>
            <a:endParaRPr lang="en-US" altLang="en-GB"/>
          </a:p>
          <a:p>
            <a:pPr algn="ctr"/>
            <a:r>
              <a:rPr lang="en-US" altLang="en-GB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algn="ctr"/>
            <a:r>
              <a:rPr lang="en-US" altLang="en-GB"/>
              <a:t>Play Hangman Round</a:t>
            </a:r>
            <a:endParaRPr lang="en-US" altLang="en-GB"/>
          </a:p>
          <a:p>
            <a:pPr algn="ctr"/>
            <a:r>
              <a:rPr lang="en-US" altLang="en-GB"/>
              <a:t>   /       \</a:t>
            </a:r>
            <a:endParaRPr lang="en-US" altLang="en-GB"/>
          </a:p>
          <a:p>
            <a:pPr algn="ctr"/>
            <a:r>
              <a:rPr lang="en-US" altLang="en-GB"/>
              <a:t>Correct?    Incorrect?</a:t>
            </a:r>
            <a:endParaRPr lang="en-US" altLang="en-GB"/>
          </a:p>
          <a:p>
            <a:pPr algn="ctr"/>
            <a:r>
              <a:rPr lang="en-US" altLang="en-GB"/>
              <a:t>   </a:t>
            </a:r>
            <a:r>
              <a:rPr lang="en-US" altLang="en-US"/>
              <a:t>↓</a:t>
            </a:r>
            <a:r>
              <a:rPr lang="en-US" altLang="en-GB"/>
              <a:t>           </a:t>
            </a:r>
            <a:r>
              <a:rPr lang="en-US" altLang="en-US"/>
              <a:t>↓</a:t>
            </a:r>
            <a:endParaRPr lang="en-US" altLang="en-US"/>
          </a:p>
          <a:p>
            <a:pPr algn="ctr"/>
            <a:r>
              <a:rPr lang="en-US" altLang="en-GB"/>
              <a:t>Update Score   Decrease Tries</a:t>
            </a:r>
            <a:endParaRPr lang="en-US" altLang="en-GB"/>
          </a:p>
          <a:p>
            <a:pPr algn="ctr"/>
            <a:r>
              <a:rPr lang="en-US" altLang="en-GB"/>
              <a:t>   </a:t>
            </a:r>
            <a:r>
              <a:rPr lang="en-US" altLang="en-US"/>
              <a:t>↓</a:t>
            </a:r>
            <a:r>
              <a:rPr lang="en-US" altLang="en-GB"/>
              <a:t>           </a:t>
            </a:r>
            <a:r>
              <a:rPr lang="en-US" altLang="en-US"/>
              <a:t>↓</a:t>
            </a:r>
            <a:endParaRPr lang="en-US" altLang="en-US"/>
          </a:p>
          <a:p>
            <a:pPr algn="ctr"/>
            <a:r>
              <a:rPr lang="en-US" altLang="en-GB"/>
              <a:t>Check Win/Loss</a:t>
            </a:r>
            <a:endParaRPr lang="en-US" altLang="en-GB"/>
          </a:p>
          <a:p>
            <a:pPr algn="ctr"/>
            <a:r>
              <a:rPr lang="en-US" altLang="en-GB"/>
              <a:t>   </a:t>
            </a:r>
            <a:r>
              <a:rPr lang="en-US" altLang="en-US"/>
              <a:t>↓</a:t>
            </a:r>
            <a:endParaRPr lang="en-US" altLang="en-US"/>
          </a:p>
          <a:p>
            <a:pPr algn="ctr"/>
            <a:r>
              <a:rPr lang="en-US" altLang="en-GB"/>
              <a:t>Display Progress</a:t>
            </a:r>
            <a:endParaRPr lang="en-US" altLang="en-GB"/>
          </a:p>
          <a:p>
            <a:pPr algn="ctr"/>
            <a:r>
              <a:rPr lang="en-US" altLang="en-GB"/>
              <a:t>   </a:t>
            </a:r>
            <a:r>
              <a:rPr lang="en-US" altLang="en-US"/>
              <a:t>↓</a:t>
            </a:r>
            <a:endParaRPr lang="en-US" altLang="en-US"/>
          </a:p>
          <a:p>
            <a:pPr algn="ctr"/>
            <a:r>
              <a:rPr lang="en-US" altLang="en-GB"/>
              <a:t>Play Again? </a:t>
            </a:r>
            <a:r>
              <a:rPr lang="en-US" altLang="en-US"/>
              <a:t>→</a:t>
            </a:r>
            <a:r>
              <a:rPr lang="en-US" altLang="en-GB"/>
              <a:t> Yes </a:t>
            </a:r>
            <a:r>
              <a:rPr lang="en-US" altLang="en-US"/>
              <a:t>→</a:t>
            </a:r>
            <a:r>
              <a:rPr lang="en-US" altLang="en-GB"/>
              <a:t> New Round</a:t>
            </a:r>
            <a:endParaRPr lang="en-US" altLang="en-GB"/>
          </a:p>
          <a:p>
            <a:pPr algn="ctr"/>
            <a:r>
              <a:rPr lang="en-US" altLang="en-GB"/>
              <a:t>          </a:t>
            </a:r>
            <a:r>
              <a:rPr lang="en-US" altLang="en-US"/>
              <a:t>→</a:t>
            </a:r>
            <a:r>
              <a:rPr lang="en-US" altLang="en-GB"/>
              <a:t> No  </a:t>
            </a:r>
            <a:r>
              <a:rPr lang="en-US" altLang="en-US"/>
              <a:t>→</a:t>
            </a:r>
            <a:r>
              <a:rPr lang="en-US" altLang="en-GB"/>
              <a:t> Game Over &amp; Show High Scores</a:t>
            </a:r>
            <a:endParaRPr lang="en-US" altLang="en-GB"/>
          </a:p>
          <a:p>
            <a:pPr algn="ctr"/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6220" y="6337300"/>
            <a:ext cx="4114800" cy="365125"/>
          </a:xfrm>
        </p:spPr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10907395" cy="855345"/>
          </a:xfrm>
        </p:spPr>
        <p:txBody>
          <a:bodyPr>
            <a:normAutofit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library used for what?!!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299210"/>
            <a:ext cx="5602605" cy="4968240"/>
          </a:xfrm>
        </p:spPr>
        <p:txBody>
          <a:bodyPr>
            <a:normAutofit/>
          </a:bodyPr>
          <a:p>
            <a:pPr algn="just"/>
            <a:r>
              <a:rPr lang="en-US" altLang="en-GB" sz="1800"/>
              <a:t>&lt;stdio.h&gt; – Input/output.</a:t>
            </a: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r>
              <a:rPr lang="en-US" altLang="en-GB" sz="1800"/>
              <a:t>&lt;stdlib.h&gt; – Random numbers, dynamic memory.</a:t>
            </a: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r>
              <a:rPr lang="en-US" altLang="en-GB" sz="1800"/>
              <a:t>&lt;string.h&gt; – String manipulation.</a:t>
            </a: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r>
              <a:rPr lang="en-US" altLang="en-GB" sz="1800"/>
              <a:t>&lt;ctype.h&gt; – Character checks.</a:t>
            </a: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r>
              <a:rPr lang="en-US" altLang="en-GB" sz="1800"/>
              <a:t>&lt;time.h&gt; – random seed.</a:t>
            </a: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r>
              <a:rPr lang="en-US" altLang="en-GB" sz="1800"/>
              <a:t>Custom headers: game.h, player.h</a:t>
            </a:r>
            <a:endParaRPr lang="en-US" altLang="en-GB" sz="1800"/>
          </a:p>
          <a:p>
            <a:pPr algn="just"/>
            <a:r>
              <a:rPr lang="en-US" altLang="en-GB" sz="1800"/>
              <a:t>Visual: </a:t>
            </a:r>
            <a:endParaRPr lang="en-US" altLang="en-GB" sz="1800"/>
          </a:p>
          <a:p>
            <a:pPr algn="just"/>
            <a:r>
              <a:rPr lang="en-US" altLang="en-GB" sz="1800"/>
              <a:t> Library </a:t>
            </a:r>
            <a:r>
              <a:rPr lang="en-US" altLang="en-US" sz="1800"/>
              <a:t>→</a:t>
            </a:r>
            <a:r>
              <a:rPr lang="en-US" altLang="en-GB" sz="1800"/>
              <a:t> Function usage</a:t>
            </a:r>
            <a:endParaRPr lang="en-US" altLang="en-GB" sz="1800"/>
          </a:p>
        </p:txBody>
      </p:sp>
      <p:sp>
        <p:nvSpPr>
          <p:cNvPr id="7" name="Rectangles 6"/>
          <p:cNvSpPr/>
          <p:nvPr/>
        </p:nvSpPr>
        <p:spPr>
          <a:xfrm>
            <a:off x="6972935" y="356235"/>
            <a:ext cx="4959985" cy="61137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#include &lt;stdio.h&gt;</a:t>
            </a:r>
            <a:endParaRPr lang="en-US" altLang="en-GB"/>
          </a:p>
          <a:p>
            <a:pPr algn="ctr"/>
            <a:r>
              <a:rPr lang="en-US" altLang="en-GB"/>
              <a:t>#include &lt;stdlib.h&gt;</a:t>
            </a:r>
            <a:endParaRPr lang="en-US" altLang="en-GB"/>
          </a:p>
          <a:p>
            <a:pPr algn="ctr"/>
            <a:r>
              <a:rPr lang="en-US" altLang="en-GB"/>
              <a:t>#include &lt;string.h&gt;</a:t>
            </a:r>
            <a:endParaRPr lang="en-US" altLang="en-GB"/>
          </a:p>
          <a:p>
            <a:pPr algn="ctr"/>
            <a:r>
              <a:rPr lang="en-US" altLang="en-GB"/>
              <a:t>#include "support/game.h"</a:t>
            </a:r>
            <a:endParaRPr lang="en-US" altLang="en-GB"/>
          </a:p>
          <a:p>
            <a:pPr algn="ctr"/>
            <a:r>
              <a:rPr lang="en-US" altLang="en-GB"/>
              <a:t>#include "support/player.h"</a:t>
            </a:r>
            <a:endParaRPr lang="en-US" altLang="en-GB"/>
          </a:p>
          <a:p>
            <a:pPr algn="ctr"/>
            <a:r>
              <a:rPr lang="en-US" altLang="en-GB"/>
              <a:t>#include &lt;time.h&gt;</a:t>
            </a:r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/>
              <a:t>srand(time(NULL));</a:t>
            </a:r>
            <a:endParaRPr lang="en-US" altLang="en-GB"/>
          </a:p>
          <a:p>
            <a:pPr algn="ctr"/>
            <a:endParaRPr lang="en-US" alt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6220" y="6355715"/>
            <a:ext cx="4114800" cy="365125"/>
          </a:xfrm>
        </p:spPr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10907395" cy="855345"/>
          </a:xfrm>
        </p:spPr>
        <p:txBody>
          <a:bodyPr>
            <a:normAutofit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the program does?!!!!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501140"/>
            <a:ext cx="6431280" cy="5170805"/>
          </a:xfrm>
        </p:spPr>
        <p:txBody>
          <a:bodyPr>
            <a:normAutofit fontScale="9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285"/>
              <a:t>1.</a:t>
            </a:r>
            <a:r>
              <a:rPr lang="en-US" altLang="en-GB" sz="2000"/>
              <a:t>The welcome message</a:t>
            </a:r>
            <a:endParaRPr lang="en-US" altLang="en-GB" sz="2000"/>
          </a:p>
          <a:p>
            <a:pPr algn="just"/>
            <a:r>
              <a:rPr lang="en-US" altLang="en-GB" sz="2000"/>
              <a:t>2.Player name input</a:t>
            </a:r>
            <a:endParaRPr lang="en-US" altLang="en-GB" sz="2000"/>
          </a:p>
          <a:p>
            <a:pPr algn="just"/>
            <a:r>
              <a:rPr lang="en-US" altLang="en-GB" sz="2000"/>
              <a:t>3.Initial greeting</a:t>
            </a:r>
            <a:endParaRPr lang="en-US" altLang="en-GB" sz="2000"/>
          </a:p>
          <a:p>
            <a:pPr algn="just"/>
            <a:r>
              <a:rPr lang="en-US" altLang="en-GB" sz="2000"/>
              <a:t>Content:</a:t>
            </a:r>
            <a:endParaRPr lang="en-US" altLang="en-GB" sz="2000"/>
          </a:p>
          <a:p>
            <a:pPr algn="just"/>
            <a:r>
              <a:rPr lang="en-US" altLang="en-GB" sz="2000"/>
              <a:t>1.Interactive Hangman game in the console with scoring and high scores.</a:t>
            </a:r>
            <a:endParaRPr lang="en-US" altLang="en-GB" sz="2000"/>
          </a:p>
          <a:p>
            <a:pPr algn="just"/>
            <a:r>
              <a:rPr lang="en-US" altLang="en-GB" sz="2000"/>
              <a:t>2.Random word selection from a text file (words.txt) for variety.</a:t>
            </a:r>
            <a:endParaRPr lang="en-US" altLang="en-GB" sz="2000"/>
          </a:p>
          <a:p>
            <a:pPr algn="just"/>
            <a:r>
              <a:rPr lang="en-US" altLang="en-GB" sz="2000"/>
              <a:t>3.Tracks correct and incorrect guesses, preventing repeated letters.</a:t>
            </a:r>
            <a:endParaRPr lang="en-US" altLang="en-GB" sz="2000"/>
          </a:p>
          <a:p>
            <a:pPr algn="just"/>
            <a:r>
              <a:rPr lang="en-US" altLang="en-GB" sz="2000"/>
              <a:t>4.ASCII hangman graphics show remaining lives visually.</a:t>
            </a:r>
            <a:endParaRPr lang="en-US" altLang="en-GB" sz="2000"/>
          </a:p>
          <a:p>
            <a:pPr algn="just"/>
            <a:r>
              <a:rPr lang="en-US" altLang="en-GB" sz="2000"/>
              <a:t>5.Replayable: Players can continue for multiple rounds.</a:t>
            </a:r>
            <a:endParaRPr lang="en-US" altLang="en-GB" sz="2000"/>
          </a:p>
          <a:p>
            <a:pPr algn="just"/>
            <a:r>
              <a:rPr lang="en-US" altLang="en-GB" sz="2000"/>
              <a:t>Visual:</a:t>
            </a:r>
            <a:endParaRPr lang="en-US" altLang="en-GB" sz="2000"/>
          </a:p>
          <a:p>
            <a:pPr algn="just"/>
            <a:r>
              <a:rPr lang="en-US" altLang="en-GB" sz="2000"/>
              <a:t>Player </a:t>
            </a:r>
            <a:r>
              <a:rPr lang="en-US" altLang="en-US" sz="2000"/>
              <a:t>→</a:t>
            </a:r>
            <a:r>
              <a:rPr lang="en-US" altLang="en-GB" sz="2000"/>
              <a:t> Guess Word </a:t>
            </a:r>
            <a:r>
              <a:rPr lang="en-US" altLang="en-US" sz="2000"/>
              <a:t>→</a:t>
            </a:r>
            <a:r>
              <a:rPr lang="en-US" altLang="en-GB" sz="2000"/>
              <a:t> Check Guess </a:t>
            </a:r>
            <a:r>
              <a:rPr lang="en-US" altLang="en-US" sz="2000"/>
              <a:t>→</a:t>
            </a:r>
            <a:r>
              <a:rPr lang="en-US" altLang="en-GB" sz="2000"/>
              <a:t> Update Score </a:t>
            </a:r>
            <a:r>
              <a:rPr lang="en-US" altLang="en-US" sz="2000"/>
              <a:t>→</a:t>
            </a:r>
            <a:r>
              <a:rPr lang="en-US" altLang="en-GB" sz="2000"/>
              <a:t> Show High Scores </a:t>
            </a:r>
            <a:r>
              <a:rPr lang="en-US" altLang="en-US" sz="2000"/>
              <a:t>→</a:t>
            </a:r>
            <a:r>
              <a:rPr lang="en-US" altLang="en-GB" sz="2000"/>
              <a:t> Play Again</a:t>
            </a:r>
            <a:endParaRPr lang="en-US" altLang="en-GB" sz="2000"/>
          </a:p>
          <a:p>
            <a:pPr algn="just"/>
            <a:endParaRPr lang="en-US" altLang="en-GB" sz="2000"/>
          </a:p>
        </p:txBody>
      </p:sp>
      <p:sp>
        <p:nvSpPr>
          <p:cNvPr id="7" name="Rectangles 6"/>
          <p:cNvSpPr/>
          <p:nvPr/>
        </p:nvSpPr>
        <p:spPr>
          <a:xfrm>
            <a:off x="6667500" y="563880"/>
            <a:ext cx="5070475" cy="601154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printf("+----------------------------------------+\n");</a:t>
            </a:r>
            <a:endParaRPr lang="en-US" altLang="en-GB"/>
          </a:p>
          <a:p>
            <a:pPr algn="ctr"/>
            <a:r>
              <a:rPr lang="en-US" altLang="en-GB"/>
              <a:t>printf("|     WELCOME TO THE HANGMAN GAME!       |\n");</a:t>
            </a:r>
            <a:endParaRPr lang="en-US" altLang="en-GB"/>
          </a:p>
          <a:p>
            <a:pPr algn="ctr"/>
            <a:r>
              <a:rPr lang="en-US" altLang="en-GB"/>
              <a:t>printf("+----------------------------------------+\n\n");</a:t>
            </a:r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/>
              <a:t>char playerName[50];</a:t>
            </a:r>
            <a:endParaRPr lang="en-US" altLang="en-GB"/>
          </a:p>
          <a:p>
            <a:pPr algn="ctr"/>
            <a:r>
              <a:rPr lang="en-US" altLang="en-GB"/>
              <a:t>int playerScore = 0;</a:t>
            </a:r>
            <a:endParaRPr lang="en-US" altLang="en-GB"/>
          </a:p>
          <a:p>
            <a:pPr algn="ctr"/>
            <a:r>
              <a:rPr lang="en-US" altLang="en-GB"/>
              <a:t>char choice;</a:t>
            </a:r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/>
              <a:t>printf("Enter your name: ");</a:t>
            </a:r>
            <a:endParaRPr lang="en-US" altLang="en-GB"/>
          </a:p>
          <a:p>
            <a:pPr algn="ctr"/>
            <a:r>
              <a:rPr lang="en-US" altLang="en-GB"/>
              <a:t>getPlayerName(playerName, 50);</a:t>
            </a:r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/>
              <a:t>printf("\nHello, %s! Let's play Hangman!\n\n", playerName);</a:t>
            </a:r>
            <a:endParaRPr lang="en-US" altLang="en-GB"/>
          </a:p>
          <a:p>
            <a:pPr algn="ctr"/>
            <a:endParaRPr lang="en-US" alt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6220" y="6433185"/>
            <a:ext cx="4114800" cy="365125"/>
          </a:xfrm>
        </p:spPr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10907395" cy="855345"/>
          </a:xfrm>
        </p:spPr>
        <p:txBody>
          <a:bodyPr>
            <a:normAutofit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Loading words for game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501140"/>
            <a:ext cx="6431280" cy="5170805"/>
          </a:xfrm>
        </p:spPr>
        <p:txBody>
          <a:bodyPr>
            <a:normAutofit fontScale="9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000"/>
              <a:t>1.How the program loads words from a text file (words.txt).</a:t>
            </a:r>
            <a:endParaRPr lang="en-US" altLang="en-GB" sz="2000"/>
          </a:p>
          <a:p>
            <a:pPr algn="just"/>
            <a:r>
              <a:rPr lang="en-US" altLang="en-GB" sz="2000"/>
              <a:t>2.If the file is missing, it falls back to a default word list in the code.</a:t>
            </a:r>
            <a:endParaRPr lang="en-US" altLang="en-GB" sz="2000"/>
          </a:p>
          <a:p>
            <a:pPr algn="just"/>
            <a:r>
              <a:rPr lang="en-US" altLang="en-GB" sz="2000"/>
              <a:t>3.Words are stored in a list/array, ready for random selection each round.</a:t>
            </a:r>
            <a:endParaRPr lang="en-US" altLang="en-GB" sz="2000"/>
          </a:p>
          <a:p>
            <a:pPr algn="just"/>
            <a:r>
              <a:rPr lang="en-US" altLang="en-GB" sz="2000"/>
              <a:t>4.Ensures game replayability by using multiple words.</a:t>
            </a:r>
            <a:endParaRPr lang="en-US" altLang="en-GB" sz="2000"/>
          </a:p>
          <a:p>
            <a:pPr algn="just"/>
            <a:r>
              <a:rPr lang="en-US" altLang="en-GB" sz="2000"/>
              <a:t>pens the file filename (like words.txt) for reading.</a:t>
            </a:r>
            <a:endParaRPr lang="en-US" altLang="en-GB" sz="2000"/>
          </a:p>
          <a:p>
            <a:pPr algn="just"/>
            <a:endParaRPr lang="en-US" altLang="en-GB" sz="2000"/>
          </a:p>
          <a:p>
            <a:pPr algn="just"/>
            <a:r>
              <a:rPr lang="en-US" altLang="en-GB" sz="2000"/>
              <a:t>Reads each line into buffer and trims newline characters.</a:t>
            </a:r>
            <a:endParaRPr lang="en-US" altLang="en-GB" sz="2000"/>
          </a:p>
          <a:p>
            <a:pPr algn="just"/>
            <a:r>
              <a:rPr lang="en-US" altLang="en-GB" sz="2000"/>
              <a:t>Converts words to lowercase for uniformity.</a:t>
            </a:r>
            <a:endParaRPr lang="en-US" altLang="en-GB" sz="2000"/>
          </a:p>
          <a:p>
            <a:pPr algn="just"/>
            <a:r>
              <a:rPr lang="en-US" altLang="en-GB" sz="2000"/>
              <a:t>Dynamically allocates memory for each word and stores it in wordList.</a:t>
            </a:r>
            <a:endParaRPr lang="en-US" altLang="en-GB" sz="2000"/>
          </a:p>
          <a:p>
            <a:pPr algn="just"/>
            <a:r>
              <a:rPr lang="en-US" altLang="en-GB" sz="2000"/>
              <a:t>Keeps count of total words read (wordCount).</a:t>
            </a:r>
            <a:endParaRPr lang="en-US" altLang="en-GB" sz="2000"/>
          </a:p>
          <a:p>
            <a:pPr algn="just"/>
            <a:r>
              <a:rPr lang="en-US" altLang="en-GB" sz="2000"/>
              <a:t>Returns 0 on success, -1 if file cannot be opened.</a:t>
            </a:r>
            <a:endParaRPr lang="en-US" altLang="en-GB" sz="2000"/>
          </a:p>
        </p:txBody>
      </p:sp>
      <p:sp>
        <p:nvSpPr>
          <p:cNvPr id="4" name="Rectangles 3"/>
          <p:cNvSpPr/>
          <p:nvPr/>
        </p:nvSpPr>
        <p:spPr>
          <a:xfrm>
            <a:off x="6825615" y="233045"/>
            <a:ext cx="5099050" cy="64389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600"/>
              <a:t>int loadWordsFromFile(const char *filename, const char *wordList[], int *wordCount)</a:t>
            </a:r>
            <a:endParaRPr lang="en-US" altLang="en-GB" sz="1600"/>
          </a:p>
          <a:p>
            <a:pPr algn="ctr"/>
            <a:r>
              <a:rPr lang="en-US" altLang="en-GB" sz="1600"/>
              <a:t>{</a:t>
            </a:r>
            <a:endParaRPr lang="en-US" altLang="en-GB" sz="1600"/>
          </a:p>
          <a:p>
            <a:pPr algn="ctr"/>
            <a:r>
              <a:rPr lang="en-US" altLang="en-GB" sz="1600"/>
              <a:t>    FILE *file = fopen(filename, "r");</a:t>
            </a:r>
            <a:endParaRPr lang="en-US" altLang="en-GB" sz="1600"/>
          </a:p>
          <a:p>
            <a:pPr algn="ctr"/>
            <a:r>
              <a:rPr lang="en-US" altLang="en-GB" sz="1600"/>
              <a:t>    if (!file) return -1;</a:t>
            </a:r>
            <a:endParaRPr lang="en-US" altLang="en-GB" sz="1600"/>
          </a:p>
          <a:p>
            <a:pPr algn="ctr"/>
            <a:endParaRPr lang="en-US" altLang="en-GB" sz="1600"/>
          </a:p>
          <a:p>
            <a:pPr algn="ctr"/>
            <a:r>
              <a:rPr lang="en-US" altLang="en-GB" sz="1600"/>
              <a:t>    char buffer[100];</a:t>
            </a:r>
            <a:endParaRPr lang="en-US" altLang="en-GB" sz="1600"/>
          </a:p>
          <a:p>
            <a:pPr algn="ctr"/>
            <a:r>
              <a:rPr lang="en-US" altLang="en-GB" sz="1600"/>
              <a:t>    *wordCount = 0;</a:t>
            </a:r>
            <a:endParaRPr lang="en-US" altLang="en-GB" sz="1600"/>
          </a:p>
          <a:p>
            <a:pPr algn="ctr"/>
            <a:endParaRPr lang="en-US" altLang="en-GB" sz="1600"/>
          </a:p>
          <a:p>
            <a:pPr algn="ctr"/>
            <a:r>
              <a:rPr lang="en-US" altLang="en-GB" sz="1600"/>
              <a:t>    while (*wordCount &lt; 50 &amp;&amp; fgets(buffer, sizeof(buffer), file)) {</a:t>
            </a:r>
            <a:endParaRPr lang="en-US" altLang="en-GB" sz="1600"/>
          </a:p>
          <a:p>
            <a:pPr algn="ctr"/>
            <a:r>
              <a:rPr lang="en-US" altLang="en-GB" sz="1600"/>
              <a:t>        buffer[strcspn(buffer, "\n")] = '\0'; // Remove newline</a:t>
            </a:r>
            <a:endParaRPr lang="en-US" altLang="en-GB" sz="1600"/>
          </a:p>
          <a:p>
            <a:pPr algn="ctr"/>
            <a:r>
              <a:rPr lang="en-US" altLang="en-GB" sz="1600"/>
              <a:t>        if (strlen(buffer) &gt; 0) {</a:t>
            </a:r>
            <a:endParaRPr lang="en-US" altLang="en-GB" sz="1600"/>
          </a:p>
          <a:p>
            <a:pPr algn="ctr"/>
            <a:r>
              <a:rPr lang="en-US" altLang="en-GB" sz="1600"/>
              <a:t>            char *word = malloc(strlen(buffer) + 1);</a:t>
            </a:r>
            <a:endParaRPr lang="en-US" altLang="en-GB" sz="1600"/>
          </a:p>
          <a:p>
            <a:pPr algn="ctr"/>
            <a:r>
              <a:rPr lang="en-US" altLang="en-GB" sz="1600"/>
              <a:t>            for (int i = 0; buffer[i]; i++)</a:t>
            </a:r>
            <a:endParaRPr lang="en-US" altLang="en-GB" sz="1600"/>
          </a:p>
          <a:p>
            <a:pPr algn="ctr"/>
            <a:r>
              <a:rPr lang="en-US" altLang="en-GB" sz="1600"/>
              <a:t>                word[i] = tolower(buffer[i]);</a:t>
            </a:r>
            <a:endParaRPr lang="en-US" altLang="en-GB" sz="1600"/>
          </a:p>
          <a:p>
            <a:pPr algn="ctr"/>
            <a:r>
              <a:rPr lang="en-US" altLang="en-GB" sz="1600"/>
              <a:t>            word[strlen(buffer)] = '\0';</a:t>
            </a:r>
            <a:endParaRPr lang="en-US" altLang="en-GB" sz="1600"/>
          </a:p>
          <a:p>
            <a:pPr algn="ctr"/>
            <a:r>
              <a:rPr lang="en-US" altLang="en-GB" sz="1600"/>
              <a:t>            wordList[(*wordCount)++] = word;</a:t>
            </a:r>
            <a:endParaRPr lang="en-US" altLang="en-GB" sz="1600"/>
          </a:p>
          <a:p>
            <a:pPr algn="ctr"/>
            <a:r>
              <a:rPr lang="en-US" altLang="en-GB" sz="1600"/>
              <a:t>        }</a:t>
            </a:r>
            <a:endParaRPr lang="en-US" altLang="en-GB" sz="1600"/>
          </a:p>
          <a:p>
            <a:pPr algn="ctr"/>
            <a:r>
              <a:rPr lang="en-US" altLang="en-GB" sz="1600"/>
              <a:t>    }</a:t>
            </a:r>
            <a:endParaRPr lang="en-US" altLang="en-GB" sz="1600"/>
          </a:p>
          <a:p>
            <a:pPr algn="ctr"/>
            <a:endParaRPr lang="en-US" altLang="en-GB" sz="1600"/>
          </a:p>
          <a:p>
            <a:pPr algn="ctr"/>
            <a:r>
              <a:rPr lang="en-US" altLang="en-GB" sz="1600"/>
              <a:t>    fclose(file);</a:t>
            </a:r>
            <a:endParaRPr lang="en-US" altLang="en-GB" sz="1600"/>
          </a:p>
          <a:p>
            <a:pPr algn="ctr"/>
            <a:r>
              <a:rPr lang="en-US" altLang="en-GB" sz="1600"/>
              <a:t>    return 0;</a:t>
            </a:r>
            <a:endParaRPr lang="en-US" altLang="en-GB" sz="1600"/>
          </a:p>
          <a:p>
            <a:pPr algn="ctr"/>
            <a:r>
              <a:rPr lang="en-US" altLang="en-GB" sz="1600"/>
              <a:t>}</a:t>
            </a:r>
            <a:endParaRPr lang="en-US" altLang="en-GB" sz="1600"/>
          </a:p>
          <a:p>
            <a:pPr algn="ctr"/>
            <a:endParaRPr lang="en-GB" altLang="en-US" sz="16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6220" y="6492875"/>
            <a:ext cx="4114800" cy="365125"/>
          </a:xfrm>
        </p:spPr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10907395" cy="855345"/>
          </a:xfrm>
        </p:spPr>
        <p:txBody>
          <a:bodyPr>
            <a:normAutofit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Checking players guess&gt;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501140"/>
            <a:ext cx="6431280" cy="5170805"/>
          </a:xfrm>
        </p:spPr>
        <p:txBody>
          <a:bodyPr>
            <a:normAutofit fontScale="90000" lnSpcReduction="1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000"/>
              <a:t>Compares the guessed letter with each character in the secret word.</a:t>
            </a:r>
            <a:endParaRPr lang="en-US" altLang="en-GB" sz="2000"/>
          </a:p>
          <a:p>
            <a:pPr algn="just"/>
            <a:r>
              <a:rPr lang="en-US" altLang="en-GB" sz="2000"/>
              <a:t>If the letter exists </a:t>
            </a:r>
            <a:r>
              <a:rPr lang="en-US" altLang="en-US" sz="2000"/>
              <a:t>→</a:t>
            </a:r>
            <a:r>
              <a:rPr lang="en-US" altLang="en-GB" sz="2000"/>
              <a:t> it reveals that letter in the displayed word.</a:t>
            </a:r>
            <a:endParaRPr lang="en-US" altLang="en-GB" sz="2000"/>
          </a:p>
          <a:p>
            <a:pPr algn="just"/>
            <a:r>
              <a:rPr lang="en-US" altLang="en-GB" sz="2000"/>
              <a:t>If not </a:t>
            </a:r>
            <a:r>
              <a:rPr lang="en-US" altLang="en-US" sz="2000"/>
              <a:t>→</a:t>
            </a:r>
            <a:r>
              <a:rPr lang="en-US" altLang="en-GB" sz="2000"/>
              <a:t> increases mistake count and updates the hangman drawing.</a:t>
            </a:r>
            <a:endParaRPr lang="en-US" altLang="en-GB" sz="2000"/>
          </a:p>
          <a:p>
            <a:pPr algn="just"/>
            <a:r>
              <a:rPr lang="en-US" altLang="en-GB" sz="2000"/>
              <a:t>Ensures the game responds accurately and fairly to every guess.</a:t>
            </a:r>
            <a:endParaRPr lang="en-US" altLang="en-GB" sz="2000"/>
          </a:p>
          <a:p>
            <a:pPr algn="just"/>
            <a:r>
              <a:rPr lang="en-US" altLang="en-GB" sz="2000"/>
              <a:t>WORK PROCESS:</a:t>
            </a:r>
            <a:endParaRPr lang="en-US" altLang="en-GB" sz="2000"/>
          </a:p>
          <a:p>
            <a:pPr algn="just"/>
            <a:r>
              <a:rPr lang="en-US" altLang="en-GB" sz="2000"/>
              <a:t>Loops through the secret word character by character.</a:t>
            </a:r>
            <a:endParaRPr lang="en-US" altLang="en-GB" sz="2000"/>
          </a:p>
          <a:p>
            <a:pPr algn="just"/>
            <a:r>
              <a:rPr lang="en-US" altLang="en-GB" sz="2000"/>
              <a:t>If the guessed letter matches, it updates guessedWord so the player can see it.</a:t>
            </a:r>
            <a:endParaRPr lang="en-US" altLang="en-GB" sz="2000"/>
          </a:p>
          <a:p>
            <a:pPr algn="just"/>
            <a:r>
              <a:rPr lang="en-US" altLang="en-GB" sz="2000"/>
              <a:t>Returns 1 if found, 0 if not — this helps the main game decide whether to count a mistake.</a:t>
            </a:r>
            <a:endParaRPr lang="en-US" altLang="en-GB" sz="2000"/>
          </a:p>
          <a:p>
            <a:pPr algn="just"/>
            <a:r>
              <a:rPr lang="en-US" altLang="en-GB" sz="2000"/>
              <a:t>This function is central to the interactive part of Hangman.</a:t>
            </a:r>
            <a:endParaRPr lang="en-US" altLang="en-GB" sz="2000"/>
          </a:p>
          <a:p>
            <a:pPr algn="just"/>
            <a:r>
              <a:rPr lang="en-US" altLang="en-GB" sz="2000"/>
              <a:t>Visual:Player Guess </a:t>
            </a:r>
            <a:r>
              <a:rPr lang="en-US" altLang="en-US" sz="2000"/>
              <a:t>→</a:t>
            </a:r>
            <a:r>
              <a:rPr lang="en-US" altLang="en-GB" sz="2000"/>
              <a:t> Match? </a:t>
            </a:r>
            <a:r>
              <a:rPr lang="en-US" altLang="en-US" sz="2000"/>
              <a:t>→</a:t>
            </a:r>
            <a:r>
              <a:rPr lang="en-US" altLang="en-GB" sz="2000"/>
              <a:t> Reveal Letter / Add Mistake </a:t>
            </a:r>
            <a:r>
              <a:rPr lang="en-US" altLang="en-US" sz="2000"/>
              <a:t>→</a:t>
            </a:r>
            <a:r>
              <a:rPr lang="en-US" altLang="en-GB" sz="2000"/>
              <a:t> Update Display</a:t>
            </a:r>
            <a:endParaRPr lang="en-US" altLang="en-GB" sz="2000"/>
          </a:p>
          <a:p>
            <a:pPr algn="just"/>
            <a:endParaRPr lang="en-US" altLang="en-GB" sz="2000"/>
          </a:p>
          <a:p>
            <a:pPr algn="just"/>
            <a:endParaRPr lang="en-US" altLang="en-GB" sz="2000"/>
          </a:p>
          <a:p>
            <a:pPr algn="just"/>
            <a:endParaRPr lang="en-US" altLang="en-GB" sz="2000"/>
          </a:p>
        </p:txBody>
      </p:sp>
      <p:sp>
        <p:nvSpPr>
          <p:cNvPr id="4" name="Rectangles 3"/>
          <p:cNvSpPr/>
          <p:nvPr/>
        </p:nvSpPr>
        <p:spPr>
          <a:xfrm>
            <a:off x="7339330" y="355600"/>
            <a:ext cx="4665980" cy="6223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int guessLetter(const char secretWord[], char guessedWord[], char guess)</a:t>
            </a:r>
            <a:endParaRPr lang="en-US" altLang="en-GB"/>
          </a:p>
          <a:p>
            <a:pPr algn="ctr"/>
            <a:r>
              <a:rPr lang="en-US" altLang="en-GB"/>
              <a:t>{</a:t>
            </a:r>
            <a:endParaRPr lang="en-US" altLang="en-GB"/>
          </a:p>
          <a:p>
            <a:pPr algn="ctr"/>
            <a:r>
              <a:rPr lang="en-US" altLang="en-GB"/>
              <a:t>    int found = 0;</a:t>
            </a:r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/>
              <a:t>    for (int i = 0; secretWord[i] != '\0'; i++) {</a:t>
            </a:r>
            <a:endParaRPr lang="en-US" altLang="en-GB"/>
          </a:p>
          <a:p>
            <a:pPr algn="ctr"/>
            <a:r>
              <a:rPr lang="en-US" altLang="en-GB"/>
              <a:t>        if (secretWord[i] == guess) {</a:t>
            </a:r>
            <a:endParaRPr lang="en-US" altLang="en-GB"/>
          </a:p>
          <a:p>
            <a:pPr algn="ctr"/>
            <a:r>
              <a:rPr lang="en-US" altLang="en-GB"/>
              <a:t>            guessedWord[i] = guess;</a:t>
            </a:r>
            <a:endParaRPr lang="en-US" altLang="en-GB"/>
          </a:p>
          <a:p>
            <a:pPr algn="ctr"/>
            <a:r>
              <a:rPr lang="en-US" altLang="en-GB"/>
              <a:t>            found = 1;</a:t>
            </a:r>
            <a:endParaRPr lang="en-US" altLang="en-GB"/>
          </a:p>
          <a:p>
            <a:pPr algn="ctr"/>
            <a:r>
              <a:rPr lang="en-US" altLang="en-GB"/>
              <a:t>        }</a:t>
            </a:r>
            <a:endParaRPr lang="en-US" altLang="en-GB"/>
          </a:p>
          <a:p>
            <a:pPr algn="ctr"/>
            <a:r>
              <a:rPr lang="en-US" altLang="en-GB"/>
              <a:t>    }</a:t>
            </a:r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/>
              <a:t>    return found;</a:t>
            </a:r>
            <a:endParaRPr lang="en-US" altLang="en-GB"/>
          </a:p>
          <a:p>
            <a:pPr algn="ctr"/>
            <a:r>
              <a:rPr lang="en-US" altLang="en-GB"/>
              <a:t>}</a:t>
            </a:r>
            <a:endParaRPr lang="en-US" altLang="en-GB"/>
          </a:p>
          <a:p>
            <a:pPr algn="ctr"/>
            <a:endParaRPr lang="en-GB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6220" y="6423025"/>
            <a:ext cx="4114800" cy="365125"/>
          </a:xfrm>
        </p:spPr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10907395" cy="855345"/>
          </a:xfrm>
        </p:spPr>
        <p:txBody>
          <a:bodyPr>
            <a:normAutofit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Tracking Mistakes &amp; Updating the Hangman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501140"/>
            <a:ext cx="6431280" cy="5170805"/>
          </a:xfrm>
        </p:spPr>
        <p:txBody>
          <a:bodyPr>
            <a:normAutofit fontScale="90000" lnSpcReduction="1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000"/>
              <a:t>Every wrong guess increases the mistake counter.</a:t>
            </a:r>
            <a:endParaRPr lang="en-US" altLang="en-GB" sz="2000"/>
          </a:p>
          <a:p>
            <a:pPr algn="just"/>
            <a:r>
              <a:rPr lang="en-US" altLang="en-GB" sz="2000"/>
              <a:t>The game uses this counter to decide which ASCII hangman stage to show.</a:t>
            </a:r>
            <a:endParaRPr lang="en-US" altLang="en-GB" sz="2000"/>
          </a:p>
          <a:p>
            <a:pPr algn="just"/>
            <a:r>
              <a:rPr lang="en-US" altLang="en-GB" sz="2000"/>
              <a:t>After each wrong guess, the player sees a visual update, making the game engaging and tense.</a:t>
            </a:r>
            <a:endParaRPr lang="en-US" altLang="en-GB" sz="2000"/>
          </a:p>
          <a:p>
            <a:pPr algn="just"/>
            <a:r>
              <a:rPr lang="en-US" altLang="en-GB" sz="2000"/>
              <a:t>If mistakes reach the limit (usually 6), the player loses the round.</a:t>
            </a:r>
            <a:endParaRPr lang="en-US" altLang="en-GB" sz="2000"/>
          </a:p>
          <a:p>
            <a:pPr algn="just"/>
            <a:r>
              <a:rPr lang="en-US" altLang="en-GB" sz="2000"/>
              <a:t>WORK PROCESS:</a:t>
            </a:r>
            <a:endParaRPr lang="en-US" altLang="en-GB" sz="2000"/>
          </a:p>
          <a:p>
            <a:pPr algn="just"/>
            <a:r>
              <a:rPr lang="en-US" altLang="en-GB" sz="2000"/>
              <a:t>The function drawHangman() prints different drawings based on the number of mistakes.</a:t>
            </a:r>
            <a:endParaRPr lang="en-US" altLang="en-GB" sz="2000"/>
          </a:p>
          <a:p>
            <a:pPr algn="just"/>
            <a:r>
              <a:rPr lang="en-US" altLang="en-GB" sz="2000"/>
              <a:t>Uses a switch-case to load each ASCII art stage.</a:t>
            </a:r>
            <a:endParaRPr lang="en-US" altLang="en-GB" sz="2000"/>
          </a:p>
          <a:p>
            <a:pPr algn="just"/>
            <a:r>
              <a:rPr lang="en-US" altLang="en-GB" sz="2000"/>
              <a:t>This makes the progress visually clear to the player.</a:t>
            </a:r>
            <a:endParaRPr lang="en-US" altLang="en-GB" sz="2000"/>
          </a:p>
          <a:p>
            <a:pPr algn="just"/>
            <a:r>
              <a:rPr lang="en-US" altLang="en-GB" sz="2000"/>
              <a:t>The game becomes more suspenseful as the hangman gets completed.</a:t>
            </a:r>
            <a:endParaRPr lang="en-US" altLang="en-GB" sz="2000"/>
          </a:p>
          <a:p>
            <a:pPr algn="just"/>
            <a:r>
              <a:rPr lang="en-US" altLang="en-GB" sz="2000"/>
              <a:t>VISUAL:Mistake Count </a:t>
            </a:r>
            <a:r>
              <a:rPr lang="en-US" altLang="en-US" sz="2000"/>
              <a:t>→</a:t>
            </a:r>
            <a:r>
              <a:rPr lang="en-US" altLang="en-GB" sz="2000"/>
              <a:t> Draw Stage 1 </a:t>
            </a:r>
            <a:r>
              <a:rPr lang="en-US" altLang="en-US" sz="2000"/>
              <a:t>→</a:t>
            </a:r>
            <a:r>
              <a:rPr lang="en-US" altLang="en-GB" sz="2000"/>
              <a:t> Stage 2 </a:t>
            </a:r>
            <a:r>
              <a:rPr lang="en-US" altLang="en-US" sz="2000"/>
              <a:t>→</a:t>
            </a:r>
            <a:r>
              <a:rPr lang="en-US" altLang="en-GB" sz="2000"/>
              <a:t> Stage 3 </a:t>
            </a:r>
            <a:r>
              <a:rPr lang="en-US" altLang="en-US" sz="2000"/>
              <a:t>→</a:t>
            </a:r>
            <a:r>
              <a:rPr lang="en-US" altLang="en-GB" sz="2000"/>
              <a:t> ... </a:t>
            </a:r>
            <a:r>
              <a:rPr lang="en-US" altLang="en-US" sz="2000"/>
              <a:t>→</a:t>
            </a:r>
            <a:r>
              <a:rPr lang="en-US" altLang="en-GB" sz="2000"/>
              <a:t> Final Hangman</a:t>
            </a:r>
            <a:endParaRPr lang="en-US" altLang="en-GB" sz="2000"/>
          </a:p>
        </p:txBody>
      </p:sp>
      <p:sp>
        <p:nvSpPr>
          <p:cNvPr id="4" name="Rectangles 3"/>
          <p:cNvSpPr/>
          <p:nvPr/>
        </p:nvSpPr>
        <p:spPr>
          <a:xfrm>
            <a:off x="8044180" y="561975"/>
            <a:ext cx="3897630" cy="59048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200">
                <a:sym typeface="+mn-ea"/>
              </a:rPr>
              <a:t>void drawHangman(int mistakes) {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switch(mistakes) {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case 0: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+---+\n");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|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break;</a:t>
            </a:r>
            <a:endParaRPr lang="en-US" altLang="en-GB" sz="1200"/>
          </a:p>
          <a:p>
            <a:pPr algn="ctr"/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case 1: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+---+\n");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|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O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break;</a:t>
            </a:r>
            <a:endParaRPr lang="en-US" altLang="en-GB" sz="1200"/>
          </a:p>
          <a:p>
            <a:pPr algn="ctr"/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case 2: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+---+\n");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|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O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|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printf("       |\n");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    break;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    // … continues up to case 6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}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}</a:t>
            </a:r>
            <a:endParaRPr lang="en-US" altLang="en-GB" sz="1200"/>
          </a:p>
          <a:p>
            <a:pPr algn="ctr"/>
            <a:endParaRPr lang="en-GB" altLang="en-US" sz="12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3915410" cy="902970"/>
          </a:xfrm>
        </p:spPr>
        <p:txBody>
          <a:bodyPr>
            <a:normAutofit fontScale="90000"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 or lose?</a:t>
            </a:r>
            <a:b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think with logic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501140"/>
            <a:ext cx="6431280" cy="5170805"/>
          </a:xfrm>
        </p:spPr>
        <p:txBody>
          <a:bodyPr>
            <a:normAutofit lnSpcReduction="2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000"/>
              <a:t>The game checks two things every turn:</a:t>
            </a:r>
            <a:endParaRPr lang="en-US" altLang="en-GB" sz="2000"/>
          </a:p>
          <a:p>
            <a:pPr algn="just"/>
            <a:r>
              <a:rPr lang="en-US" altLang="en-GB" sz="2000"/>
              <a:t>1. Did the player guess all letters? </a:t>
            </a:r>
            <a:r>
              <a:rPr lang="en-US" altLang="en-US" sz="2000"/>
              <a:t>→</a:t>
            </a:r>
            <a:r>
              <a:rPr lang="en-US" altLang="en-GB" sz="2000"/>
              <a:t> WIN</a:t>
            </a:r>
            <a:endParaRPr lang="en-US" altLang="en-GB" sz="2000"/>
          </a:p>
          <a:p>
            <a:pPr algn="just"/>
            <a:r>
              <a:rPr lang="en-US" altLang="en-GB" sz="2000"/>
              <a:t>2. Did the player reach maximum mistakes? </a:t>
            </a:r>
            <a:r>
              <a:rPr lang="en-US" altLang="en-US" sz="2000"/>
              <a:t>→</a:t>
            </a:r>
            <a:r>
              <a:rPr lang="en-US" altLang="en-GB" sz="2000"/>
              <a:t> LOSE</a:t>
            </a:r>
            <a:endParaRPr lang="en-US" altLang="en-GB" sz="2000"/>
          </a:p>
          <a:p>
            <a:pPr algn="just"/>
            <a:r>
              <a:rPr lang="en-US" altLang="en-GB" sz="2000"/>
              <a:t>A win shows the completed word and increases the score.</a:t>
            </a:r>
            <a:endParaRPr lang="en-US" altLang="en-GB" sz="2000"/>
          </a:p>
          <a:p>
            <a:pPr algn="just"/>
            <a:r>
              <a:rPr lang="en-US" altLang="en-GB" sz="2000"/>
              <a:t>A loss shows the final hangman and reveals the secret word.</a:t>
            </a:r>
            <a:endParaRPr lang="en-US" altLang="en-GB" sz="2000"/>
          </a:p>
          <a:p>
            <a:pPr algn="just"/>
            <a:r>
              <a:rPr lang="en-US" altLang="en-GB" sz="2000"/>
              <a:t>This logic keeps the game fair and predictable.</a:t>
            </a:r>
            <a:endParaRPr lang="en-US" altLang="en-GB" sz="2000"/>
          </a:p>
          <a:p>
            <a:pPr algn="just"/>
            <a:r>
              <a:rPr lang="en-US" altLang="en-GB" sz="2000"/>
              <a:t>WORK PROCESS:</a:t>
            </a:r>
            <a:endParaRPr lang="en-US" altLang="en-GB" sz="2000"/>
          </a:p>
          <a:p>
            <a:pPr algn="just"/>
            <a:r>
              <a:rPr lang="en-US" altLang="en-GB" sz="2000"/>
              <a:t>First condition checks if the number of correct letters equals the word length </a:t>
            </a:r>
            <a:r>
              <a:rPr lang="en-US" altLang="en-US" sz="2000"/>
              <a:t>→</a:t>
            </a:r>
            <a:r>
              <a:rPr lang="en-US" altLang="en-GB" sz="2000"/>
              <a:t> full word revealed </a:t>
            </a:r>
            <a:r>
              <a:rPr lang="en-US" altLang="en-US" sz="2000"/>
              <a:t>→</a:t>
            </a:r>
            <a:r>
              <a:rPr lang="en-US" altLang="en-GB" sz="2000"/>
              <a:t> win.</a:t>
            </a:r>
            <a:endParaRPr lang="en-US" altLang="en-GB" sz="2000"/>
          </a:p>
          <a:p>
            <a:pPr algn="just"/>
            <a:r>
              <a:rPr lang="en-US" altLang="en-GB" sz="2000"/>
              <a:t>Second condition checks if mistakes reached the limit </a:t>
            </a:r>
            <a:r>
              <a:rPr lang="en-US" altLang="en-US" sz="2000"/>
              <a:t>→</a:t>
            </a:r>
            <a:r>
              <a:rPr lang="en-US" altLang="en-GB" sz="2000"/>
              <a:t> hangman fully drawn </a:t>
            </a:r>
            <a:r>
              <a:rPr lang="en-US" altLang="en-US" sz="2000"/>
              <a:t>→</a:t>
            </a:r>
            <a:r>
              <a:rPr lang="en-US" altLang="en-GB" sz="2000"/>
              <a:t> lose.Both conditions immediately stop the round using break.</a:t>
            </a:r>
            <a:endParaRPr lang="en-US" altLang="en-GB" sz="2000"/>
          </a:p>
          <a:p>
            <a:pPr algn="just"/>
            <a:r>
              <a:rPr lang="en-US" altLang="en-GB" sz="2000"/>
              <a:t>Visual:</a:t>
            </a:r>
            <a:endParaRPr lang="en-US" altLang="en-GB" sz="2000"/>
          </a:p>
          <a:p>
            <a:pPr algn="just"/>
            <a:r>
              <a:rPr lang="en-US" altLang="en-GB" sz="2000"/>
              <a:t>Correct Word Completed </a:t>
            </a:r>
            <a:r>
              <a:rPr lang="en-US" altLang="en-US" sz="2000"/>
              <a:t>→</a:t>
            </a:r>
            <a:r>
              <a:rPr lang="en-US" altLang="en-GB" sz="2000"/>
              <a:t> YOU WIN!</a:t>
            </a:r>
            <a:endParaRPr lang="en-US" altLang="en-GB" sz="2000"/>
          </a:p>
          <a:p>
            <a:pPr algn="just"/>
            <a:r>
              <a:rPr lang="en-US" altLang="en-GB" sz="2000"/>
              <a:t>Too Many Mistakes </a:t>
            </a:r>
            <a:r>
              <a:rPr lang="en-US" altLang="en-US" sz="2000"/>
              <a:t>→</a:t>
            </a:r>
            <a:r>
              <a:rPr lang="en-US" altLang="en-GB" sz="2000"/>
              <a:t> YOU LOSE!</a:t>
            </a:r>
            <a:endParaRPr lang="en-US" altLang="en-GB" sz="2000"/>
          </a:p>
        </p:txBody>
      </p:sp>
      <p:sp>
        <p:nvSpPr>
          <p:cNvPr id="4" name="Rectangles 3"/>
          <p:cNvSpPr/>
          <p:nvPr/>
        </p:nvSpPr>
        <p:spPr>
          <a:xfrm>
            <a:off x="7550150" y="1050290"/>
            <a:ext cx="3880485" cy="49371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200">
                <a:sym typeface="+mn-ea"/>
              </a:rPr>
              <a:t>if (correct == wordLength) {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printf("\nCongratulations! You guessed the word: %s\n", secretWord);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playerScore += 10;  // reward for winning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break;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}</a:t>
            </a:r>
            <a:endParaRPr lang="en-US" altLang="en-GB" sz="1200"/>
          </a:p>
          <a:p>
            <a:pPr algn="ctr"/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if (mistakes &gt;= MAX_MISTAKES) {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printf("\n You lost! The word was: %s\n", secretWord);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    break;</a:t>
            </a:r>
            <a:endParaRPr lang="en-US" altLang="en-GB" sz="1200"/>
          </a:p>
          <a:p>
            <a:pPr algn="ctr"/>
            <a:r>
              <a:rPr lang="en-US" altLang="en-GB" sz="1200">
                <a:sym typeface="+mn-ea"/>
              </a:rPr>
              <a:t>}</a:t>
            </a:r>
            <a:endParaRPr lang="en-GB" altLang="en-US" sz="12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3915410" cy="902970"/>
          </a:xfrm>
        </p:spPr>
        <p:txBody>
          <a:bodyPr>
            <a:normAutofit fontScale="90000"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Scoring System &amp; High Scores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501140"/>
            <a:ext cx="6431280" cy="5170805"/>
          </a:xfrm>
        </p:spPr>
        <p:txBody>
          <a:bodyPr>
            <a:normAutofit lnSpcReduction="2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000"/>
              <a:t>Our Hangman game includes a simple scoring system:</a:t>
            </a:r>
            <a:endParaRPr lang="en-US" altLang="en-GB" sz="2000"/>
          </a:p>
          <a:p>
            <a:pPr algn="just"/>
            <a:r>
              <a:rPr lang="en-US" altLang="en-GB" sz="2000"/>
              <a:t>Player earns +10 points for every win.</a:t>
            </a:r>
            <a:endParaRPr lang="en-US" altLang="en-GB" sz="2000"/>
          </a:p>
          <a:p>
            <a:pPr algn="just"/>
            <a:r>
              <a:rPr lang="en-US" altLang="en-GB" sz="2000"/>
              <a:t>Scores are saved permanently in a file: data/scores.txt.</a:t>
            </a:r>
            <a:endParaRPr lang="en-US" altLang="en-GB" sz="2000"/>
          </a:p>
          <a:p>
            <a:pPr algn="just"/>
            <a:r>
              <a:rPr lang="en-US" altLang="en-GB" sz="2000"/>
              <a:t>High scores are loaded, sorted, and displayed in descending order.</a:t>
            </a:r>
            <a:endParaRPr lang="en-US" altLang="en-GB" sz="2000"/>
          </a:p>
          <a:p>
            <a:pPr algn="just"/>
            <a:r>
              <a:rPr lang="en-US" altLang="en-GB" sz="2000"/>
              <a:t>This lets players track progress over multiple checks.</a:t>
            </a:r>
            <a:endParaRPr lang="en-US" altLang="en-GB" sz="2000"/>
          </a:p>
          <a:p>
            <a:pPr algn="just"/>
            <a:r>
              <a:rPr lang="en-US" altLang="en-GB" sz="2000"/>
              <a:t>WORK PROCESS:</a:t>
            </a:r>
            <a:endParaRPr lang="en-US" altLang="en-GB" sz="2000"/>
          </a:p>
          <a:p>
            <a:pPr algn="just"/>
            <a:r>
              <a:rPr lang="en-US" altLang="en-GB" sz="2000"/>
              <a:t>savePlayerScore() opens the score file, appends the player's name and points, and closes the file safely.</a:t>
            </a:r>
            <a:endParaRPr lang="en-US" altLang="en-GB" sz="2000"/>
          </a:p>
          <a:p>
            <a:pPr algn="just"/>
            <a:r>
              <a:rPr lang="en-US" altLang="en-GB" sz="2000"/>
              <a:t>displayHighScores() reads all saved scores, stores names and integers, sorts them using bubble sort, and prints the top 10.</a:t>
            </a:r>
            <a:endParaRPr lang="en-US" altLang="en-GB" sz="2000"/>
          </a:p>
          <a:p>
            <a:pPr algn="just"/>
            <a:r>
              <a:rPr lang="en-US" altLang="en-GB" sz="2000"/>
              <a:t>This allows the game to keep a long-term record of player performance.</a:t>
            </a:r>
            <a:endParaRPr lang="en-US" altLang="en-GB" sz="2000"/>
          </a:p>
          <a:p>
            <a:pPr algn="just"/>
            <a:r>
              <a:rPr lang="en-US" altLang="en-GB" sz="2000"/>
              <a:t>Visual:</a:t>
            </a:r>
            <a:endParaRPr lang="en-US" altLang="en-GB" sz="2000"/>
          </a:p>
          <a:p>
            <a:pPr algn="just"/>
            <a:r>
              <a:rPr lang="en-US" altLang="en-GB" sz="2000"/>
              <a:t>Win </a:t>
            </a:r>
            <a:r>
              <a:rPr lang="en-US" altLang="en-US" sz="2000"/>
              <a:t>→</a:t>
            </a:r>
            <a:r>
              <a:rPr lang="en-US" altLang="en-GB" sz="2000"/>
              <a:t> +10 Points </a:t>
            </a:r>
            <a:r>
              <a:rPr lang="en-US" altLang="en-US" sz="2000"/>
              <a:t>→</a:t>
            </a:r>
            <a:r>
              <a:rPr lang="en-US" altLang="en-GB" sz="2000"/>
              <a:t> Saved to File </a:t>
            </a:r>
            <a:r>
              <a:rPr lang="en-US" altLang="en-US" sz="2000"/>
              <a:t>→</a:t>
            </a:r>
            <a:r>
              <a:rPr lang="en-US" altLang="en-GB" sz="2000"/>
              <a:t> Sorted High Score List</a:t>
            </a:r>
            <a:endParaRPr lang="en-US" altLang="en-GB" sz="2000"/>
          </a:p>
        </p:txBody>
      </p:sp>
      <p:sp>
        <p:nvSpPr>
          <p:cNvPr id="5" name="Rectangles 4"/>
          <p:cNvSpPr/>
          <p:nvPr/>
        </p:nvSpPr>
        <p:spPr>
          <a:xfrm>
            <a:off x="7458710" y="0"/>
            <a:ext cx="4557395" cy="68573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800">
                <a:ln>
                  <a:noFill/>
                </a:ln>
              </a:rPr>
              <a:t>void savePlayerScore(const char *playerName, int score)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FILE *file = fopen("data/scores.txt", "a");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if (file == NULL) 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printf("Warning: Could not save score.\n");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return;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}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fprintf(file, "%s:%d\n", playerName, score);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fclose(file);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}</a:t>
            </a:r>
            <a:endParaRPr lang="en-US" altLang="en-GB" sz="800">
              <a:ln>
                <a:noFill/>
              </a:ln>
            </a:endParaRPr>
          </a:p>
          <a:p>
            <a:pPr algn="ctr"/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void displayHighScores()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FILE *file = fopen("data/scores.txt", "r");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if (file == NULL) 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printf("No high scores yet.\n");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return;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}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char names[100][50];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int scores[100];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int count = 0;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while (count &lt; 100 &amp;&amp; fscanf(file, "%49[^:]:%d\n", names[count], &amp;scores[count]) == 2) 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count++;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}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fclose(file);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int i, j;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for (i = 0; i &lt; count - 1; i++) 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for (j = 0; j &lt; count - i - 1; j++) 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if (scores[j] &lt; scores[j + 1]) 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    int temp = scores[j];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    scores[j] = scores[j + 1];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    scores[j + 1] = temp;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    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    char tempName[50];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    strcpy(tempName, names[j]);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    strcpy(names[j], names[j + 1]);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    strcpy(names[j + 1], tempName);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    }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}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}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int limit = count;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if (limit &gt; 10) 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limit = 10;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}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for (i = 0; i &lt; limit; i++) {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    printf("%d. %s - %d points\n", i + 1, names[i], scores[i]);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    }</a:t>
            </a:r>
            <a:endParaRPr lang="en-US" altLang="en-GB" sz="800">
              <a:ln>
                <a:noFill/>
              </a:ln>
            </a:endParaRPr>
          </a:p>
          <a:p>
            <a:pPr algn="ctr"/>
            <a:r>
              <a:rPr lang="en-US" altLang="en-GB" sz="800">
                <a:ln>
                  <a:noFill/>
                </a:ln>
              </a:rPr>
              <a:t>}</a:t>
            </a:r>
            <a:endParaRPr lang="en-US" altLang="en-GB" sz="800">
              <a:ln>
                <a:noFill/>
              </a:ln>
            </a:endParaRPr>
          </a:p>
          <a:p>
            <a:pPr algn="ctr"/>
            <a:endParaRPr lang="en-US" altLang="en-GB" sz="800">
              <a:ln>
                <a:noFill/>
              </a:ln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3915410" cy="902970"/>
          </a:xfrm>
        </p:spPr>
        <p:txBody>
          <a:bodyPr>
            <a:normAutofit fontScale="90000"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Scoring System &amp; High Scores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" y="1501140"/>
            <a:ext cx="6431280" cy="5170805"/>
          </a:xfrm>
        </p:spPr>
        <p:txBody>
          <a:bodyPr>
            <a:normAutofit lnSpcReduction="2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000"/>
              <a:t>Ensures players enter valid letters only (A–Z).</a:t>
            </a:r>
            <a:endParaRPr lang="en-US" altLang="en-GB" sz="2000"/>
          </a:p>
          <a:p>
            <a:pPr algn="just"/>
            <a:r>
              <a:rPr lang="en-US" altLang="en-GB" sz="2000"/>
              <a:t>Ignores numbers, symbols, or empty input.</a:t>
            </a:r>
            <a:endParaRPr lang="en-US" altLang="en-GB" sz="2000"/>
          </a:p>
          <a:p>
            <a:pPr algn="just"/>
            <a:r>
              <a:rPr lang="en-US" altLang="en-GB" sz="2000"/>
              <a:t>Checks for duplicate guesses and warns the player.</a:t>
            </a:r>
            <a:endParaRPr lang="en-US" altLang="en-GB" sz="2000"/>
          </a:p>
          <a:p>
            <a:pPr algn="just"/>
            <a:r>
              <a:rPr lang="en-US" altLang="en-GB" sz="2000"/>
              <a:t>Prevents file errors when loading word lists or saving scores.</a:t>
            </a:r>
            <a:endParaRPr lang="en-US" altLang="en-GB" sz="2000"/>
          </a:p>
          <a:p>
            <a:pPr algn="just"/>
            <a:r>
              <a:rPr lang="en-US" altLang="en-GB" sz="2000"/>
              <a:t>Uses safe string operations to avoid buffer overflow.</a:t>
            </a:r>
            <a:endParaRPr lang="en-US" altLang="en-GB" sz="2000"/>
          </a:p>
          <a:p>
            <a:pPr algn="just"/>
            <a:r>
              <a:rPr lang="en-US" altLang="en-GB" sz="2000"/>
              <a:t>This keeps gameplay smooth and prevents crashes.</a:t>
            </a:r>
            <a:endParaRPr lang="en-US" altLang="en-GB" sz="2000"/>
          </a:p>
          <a:p>
            <a:pPr algn="just"/>
            <a:r>
              <a:rPr lang="en-US" altLang="en-GB" sz="2000"/>
              <a:t>How this works:</a:t>
            </a:r>
            <a:endParaRPr lang="en-US" altLang="en-GB" sz="2000"/>
          </a:p>
          <a:p>
            <a:pPr algn="just"/>
            <a:r>
              <a:rPr lang="en-US" altLang="en-GB" sz="2000"/>
              <a:t>Loops until a valid letter is entered.</a:t>
            </a:r>
            <a:endParaRPr lang="en-US" altLang="en-GB" sz="2000"/>
          </a:p>
          <a:p>
            <a:pPr algn="just"/>
            <a:r>
              <a:rPr lang="en-US" altLang="en-GB" sz="2000"/>
              <a:t>Converts uppercase letters to lowercase automatically.</a:t>
            </a:r>
            <a:endParaRPr lang="en-US" altLang="en-GB" sz="2000"/>
          </a:p>
          <a:p>
            <a:pPr algn="just"/>
            <a:r>
              <a:rPr lang="en-US" altLang="en-GB" sz="2000"/>
              <a:t>Ensures no invalid or multiple characters break the game.</a:t>
            </a:r>
            <a:endParaRPr lang="en-US" altLang="en-GB" sz="2000"/>
          </a:p>
          <a:p>
            <a:pPr algn="just"/>
            <a:r>
              <a:rPr lang="en-US" altLang="en-GB" sz="2000"/>
              <a:t>Part of a robust input-handling system for safe gameplay.</a:t>
            </a:r>
            <a:endParaRPr lang="en-US" altLang="en-GB" sz="2000"/>
          </a:p>
          <a:p>
            <a:pPr algn="just"/>
            <a:r>
              <a:rPr lang="en-US" altLang="en-GB" sz="2000"/>
              <a:t>Visual:User Input </a:t>
            </a:r>
            <a:r>
              <a:rPr lang="en-US" altLang="en-US" sz="2000"/>
              <a:t>→</a:t>
            </a:r>
            <a:r>
              <a:rPr lang="en-US" altLang="en-GB" sz="2000"/>
              <a:t> Validation </a:t>
            </a:r>
            <a:r>
              <a:rPr lang="en-US" altLang="en-US" sz="2000"/>
              <a:t>→</a:t>
            </a:r>
            <a:r>
              <a:rPr lang="en-US" altLang="en-GB" sz="2000"/>
              <a:t> Accepted Guess</a:t>
            </a:r>
            <a:endParaRPr lang="en-US" altLang="en-GB" sz="2000"/>
          </a:p>
          <a:p>
            <a:pPr algn="just"/>
            <a:r>
              <a:rPr lang="en-US" altLang="en-GB" sz="2000"/>
              <a:t>         </a:t>
            </a:r>
            <a:r>
              <a:rPr lang="en-US" altLang="en-US" sz="2000"/>
              <a:t>↑</a:t>
            </a:r>
            <a:r>
              <a:rPr lang="en-US" altLang="en-GB" sz="2000"/>
              <a:t>      </a:t>
            </a:r>
            <a:r>
              <a:rPr lang="en-US" altLang="en-US" sz="2000"/>
              <a:t>↓</a:t>
            </a:r>
            <a:endParaRPr lang="en-US" altLang="en-US" sz="2000"/>
          </a:p>
          <a:p>
            <a:pPr algn="just"/>
            <a:r>
              <a:rPr lang="en-US" altLang="en-GB" sz="2000"/>
              <a:t>     Invalid? </a:t>
            </a:r>
            <a:r>
              <a:rPr lang="en-US" altLang="en-US" sz="2000"/>
              <a:t>→</a:t>
            </a:r>
            <a:r>
              <a:rPr lang="en-US" altLang="en-GB" sz="2000"/>
              <a:t> Ask Again</a:t>
            </a:r>
            <a:endParaRPr lang="en-US" altLang="en-GB" sz="2000"/>
          </a:p>
        </p:txBody>
      </p:sp>
      <p:sp>
        <p:nvSpPr>
          <p:cNvPr id="5" name="Rectangles 4"/>
          <p:cNvSpPr/>
          <p:nvPr/>
        </p:nvSpPr>
        <p:spPr>
          <a:xfrm>
            <a:off x="7527925" y="122555"/>
            <a:ext cx="4488180" cy="65500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400"/>
              <a:t>char getPlayerGuess()</a:t>
            </a:r>
            <a:endParaRPr lang="en-US" altLang="en-GB" sz="1400"/>
          </a:p>
          <a:p>
            <a:pPr algn="ctr"/>
            <a:r>
              <a:rPr lang="en-US" altLang="en-GB" sz="1400"/>
              <a:t>{</a:t>
            </a:r>
            <a:endParaRPr lang="en-US" altLang="en-GB" sz="1400"/>
          </a:p>
          <a:p>
            <a:pPr algn="ctr"/>
            <a:r>
              <a:rPr lang="en-US" altLang="en-GB" sz="1400"/>
              <a:t>    char buffer[50];</a:t>
            </a:r>
            <a:endParaRPr lang="en-US" altLang="en-GB" sz="1400"/>
          </a:p>
          <a:p>
            <a:pPr algn="ctr"/>
            <a:r>
              <a:rPr lang="en-US" altLang="en-GB" sz="1400"/>
              <a:t>    char playerGuess;</a:t>
            </a:r>
            <a:endParaRPr lang="en-US" altLang="en-GB" sz="1400"/>
          </a:p>
          <a:p>
            <a:pPr algn="ctr"/>
            <a:endParaRPr lang="en-US" altLang="en-GB" sz="1400"/>
          </a:p>
          <a:p>
            <a:pPr algn="ctr"/>
            <a:r>
              <a:rPr lang="en-US" altLang="en-GB" sz="1400"/>
              <a:t>    while(1){</a:t>
            </a:r>
            <a:endParaRPr lang="en-US" altLang="en-GB" sz="1400"/>
          </a:p>
          <a:p>
            <a:pPr algn="ctr"/>
            <a:r>
              <a:rPr lang="en-US" altLang="en-GB" sz="1400"/>
              <a:t>        printf("Enter a letter: ");</a:t>
            </a:r>
            <a:endParaRPr lang="en-US" altLang="en-GB" sz="1400"/>
          </a:p>
          <a:p>
            <a:pPr algn="ctr"/>
            <a:endParaRPr lang="en-US" altLang="en-GB" sz="1400"/>
          </a:p>
          <a:p>
            <a:pPr algn="ctr"/>
            <a:r>
              <a:rPr lang="en-US" altLang="en-GB" sz="1400"/>
              <a:t>        if (fgets(buffer, sizeof(buffer),stdin)==NULL)</a:t>
            </a:r>
            <a:endParaRPr lang="en-US" altLang="en-GB" sz="1400"/>
          </a:p>
          <a:p>
            <a:pPr algn="ctr"/>
            <a:r>
              <a:rPr lang="en-US" altLang="en-GB" sz="1400"/>
              <a:t>            continue;</a:t>
            </a:r>
            <a:endParaRPr lang="en-US" altLang="en-GB" sz="1400"/>
          </a:p>
          <a:p>
            <a:pPr algn="ctr"/>
            <a:endParaRPr lang="en-US" altLang="en-GB" sz="1400"/>
          </a:p>
          <a:p>
            <a:pPr algn="ctr"/>
            <a:r>
              <a:rPr lang="en-US" altLang="en-GB" sz="1400"/>
              <a:t>        int i=0;</a:t>
            </a:r>
            <a:endParaRPr lang="en-US" altLang="en-GB" sz="1400"/>
          </a:p>
          <a:p>
            <a:pPr algn="ctr"/>
            <a:r>
              <a:rPr lang="en-US" altLang="en-GB" sz="1400"/>
              <a:t>        while (buffer[i]=='\n')</a:t>
            </a:r>
            <a:endParaRPr lang="en-US" altLang="en-GB" sz="1400"/>
          </a:p>
          <a:p>
            <a:pPr algn="ctr"/>
            <a:r>
              <a:rPr lang="en-US" altLang="en-GB" sz="1400"/>
              <a:t>            i++;</a:t>
            </a:r>
            <a:endParaRPr lang="en-US" altLang="en-GB" sz="1400"/>
          </a:p>
          <a:p>
            <a:pPr algn="ctr"/>
            <a:endParaRPr lang="en-US" altLang="en-GB" sz="1400"/>
          </a:p>
          <a:p>
            <a:pPr algn="ctr"/>
            <a:r>
              <a:rPr lang="en-US" altLang="en-GB" sz="1400"/>
              <a:t>        playerGuess = buffer[i];</a:t>
            </a:r>
            <a:endParaRPr lang="en-US" altLang="en-GB" sz="1400"/>
          </a:p>
          <a:p>
            <a:pPr algn="ctr"/>
            <a:endParaRPr lang="en-US" altLang="en-GB" sz="1400"/>
          </a:p>
          <a:p>
            <a:pPr algn="ctr"/>
            <a:r>
              <a:rPr lang="en-US" altLang="en-GB" sz="1400"/>
              <a:t>        if(!isalpha(playerGuess)){</a:t>
            </a:r>
            <a:endParaRPr lang="en-US" altLang="en-GB" sz="1400"/>
          </a:p>
          <a:p>
            <a:pPr algn="ctr"/>
            <a:r>
              <a:rPr lang="en-US" altLang="en-GB" sz="1400"/>
              <a:t>            printf("Please enter a valid character (A-Z)\n");</a:t>
            </a:r>
            <a:endParaRPr lang="en-US" altLang="en-GB" sz="1400"/>
          </a:p>
          <a:p>
            <a:pPr algn="ctr"/>
            <a:r>
              <a:rPr lang="en-US" altLang="en-GB" sz="1400"/>
              <a:t>            continue;</a:t>
            </a:r>
            <a:endParaRPr lang="en-US" altLang="en-GB" sz="1400"/>
          </a:p>
          <a:p>
            <a:pPr algn="ctr"/>
            <a:r>
              <a:rPr lang="en-US" altLang="en-GB" sz="1400"/>
              <a:t>        }</a:t>
            </a:r>
            <a:endParaRPr lang="en-US" altLang="en-GB" sz="1400"/>
          </a:p>
          <a:p>
            <a:pPr algn="ctr"/>
            <a:endParaRPr lang="en-US" altLang="en-GB" sz="1400"/>
          </a:p>
          <a:p>
            <a:pPr algn="ctr"/>
            <a:r>
              <a:rPr lang="en-US" altLang="en-GB" sz="1400"/>
              <a:t>        playerGuess = tolower(playerGuess);</a:t>
            </a:r>
            <a:endParaRPr lang="en-US" altLang="en-GB" sz="1400"/>
          </a:p>
          <a:p>
            <a:pPr algn="ctr"/>
            <a:r>
              <a:rPr lang="en-US" altLang="en-GB" sz="1400"/>
              <a:t>        return playerGuess;</a:t>
            </a:r>
            <a:endParaRPr lang="en-US" altLang="en-GB" sz="1400"/>
          </a:p>
          <a:p>
            <a:pPr algn="ctr"/>
            <a:r>
              <a:rPr lang="en-US" altLang="en-GB" sz="1400"/>
              <a:t>    }</a:t>
            </a:r>
            <a:endParaRPr lang="en-US" altLang="en-GB" sz="1400"/>
          </a:p>
          <a:p>
            <a:pPr algn="ctr"/>
            <a:r>
              <a:rPr lang="en-US" altLang="en-GB" sz="1400"/>
              <a:t>}</a:t>
            </a:r>
            <a:endParaRPr lang="en-US" altLang="en-GB" sz="1400"/>
          </a:p>
          <a:p>
            <a:pPr algn="ctr"/>
            <a:endParaRPr lang="en-US" altLang="en-GB" sz="1400"/>
          </a:p>
          <a:p>
            <a:pPr algn="ctr"/>
            <a:endParaRPr lang="en-US" altLang="en-GB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595" y="355600"/>
            <a:ext cx="3915410" cy="902970"/>
          </a:xfrm>
        </p:spPr>
        <p:txBody>
          <a:bodyPr>
            <a:normAutofit fontScale="90000"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game runs?</a:t>
            </a:r>
            <a:b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by step solution: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260" y="1437640"/>
            <a:ext cx="6827520" cy="5234940"/>
          </a:xfrm>
        </p:spPr>
        <p:txBody>
          <a:bodyPr>
            <a:normAutofit fontScale="6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000"/>
              <a:t>Initializes the game and player information.</a:t>
            </a:r>
            <a:endParaRPr lang="en-US" altLang="en-GB" sz="2000"/>
          </a:p>
          <a:p>
            <a:pPr algn="just"/>
            <a:r>
              <a:rPr lang="en-US" altLang="en-GB" sz="2000"/>
              <a:t>Loads words from words.txt or uses default list if file missing.</a:t>
            </a:r>
            <a:endParaRPr lang="en-US" altLang="en-GB" sz="2000"/>
          </a:p>
          <a:p>
            <a:pPr algn="just"/>
            <a:r>
              <a:rPr lang="en-US" altLang="en-GB" sz="2000"/>
              <a:t>Chooses a random word each round.</a:t>
            </a:r>
            <a:endParaRPr lang="en-US" altLang="en-GB" sz="2000"/>
          </a:p>
          <a:p>
            <a:pPr algn="just"/>
            <a:r>
              <a:rPr lang="en-US" altLang="en-GB" sz="2000"/>
              <a:t>Calls playHangman() to run the round.</a:t>
            </a:r>
            <a:endParaRPr lang="en-US" altLang="en-GB" sz="2000"/>
          </a:p>
          <a:p>
            <a:pPr algn="just"/>
            <a:r>
              <a:rPr lang="en-US" altLang="en-GB" sz="2000"/>
              <a:t>Tracks and updates player score.</a:t>
            </a:r>
            <a:endParaRPr lang="en-US" altLang="en-GB" sz="2000"/>
          </a:p>
          <a:p>
            <a:pPr algn="just"/>
            <a:r>
              <a:rPr lang="en-US" altLang="en-GB" sz="2000"/>
              <a:t>Offers option to play again or exit.</a:t>
            </a:r>
            <a:endParaRPr lang="en-US" altLang="en-GB" sz="2000"/>
          </a:p>
          <a:p>
            <a:pPr algn="just"/>
            <a:r>
              <a:rPr lang="en-US" altLang="en-GB" sz="2000"/>
              <a:t>Displays final score and high scores.</a:t>
            </a:r>
            <a:endParaRPr lang="en-US" altLang="en-GB" sz="2000"/>
          </a:p>
          <a:p>
            <a:pPr algn="just"/>
            <a:r>
              <a:rPr lang="en-US" altLang="en-GB" sz="2000"/>
              <a:t>This is the central engine that controls all game actions.</a:t>
            </a:r>
            <a:endParaRPr lang="en-US" altLang="en-GB" sz="2000"/>
          </a:p>
          <a:p>
            <a:pPr algn="just"/>
            <a:r>
              <a:rPr lang="en-US" altLang="en-GB" sz="2000"/>
              <a:t>WORK PROCESS:Each iteration is a new game round.</a:t>
            </a:r>
            <a:endParaRPr lang="en-US" altLang="en-GB" sz="2000"/>
          </a:p>
          <a:p>
            <a:pPr algn="just"/>
            <a:r>
              <a:rPr lang="en-US" altLang="en-GB" sz="2000"/>
              <a:t>chooseWord() randomly selects a word.</a:t>
            </a:r>
            <a:endParaRPr lang="en-US" altLang="en-GB" sz="2000"/>
          </a:p>
          <a:p>
            <a:pPr algn="just"/>
            <a:r>
              <a:rPr lang="en-US" altLang="en-GB" sz="2000"/>
              <a:t>playHangman() handles guessing, drawing hangman, and scoring.</a:t>
            </a:r>
            <a:endParaRPr lang="en-US" altLang="en-GB" sz="2000"/>
          </a:p>
          <a:p>
            <a:pPr algn="just"/>
            <a:r>
              <a:rPr lang="en-US" altLang="en-GB" sz="2000"/>
              <a:t>Player decides whether to continue or end the game.</a:t>
            </a:r>
            <a:endParaRPr lang="en-US" altLang="en-GB" sz="2000"/>
          </a:p>
          <a:p>
            <a:pPr algn="just"/>
            <a:r>
              <a:rPr lang="en-US" altLang="en-GB" sz="2000"/>
              <a:t>VISUAL:Start </a:t>
            </a:r>
            <a:r>
              <a:rPr lang="en-US" altLang="en-US" sz="2000"/>
              <a:t>→</a:t>
            </a:r>
            <a:r>
              <a:rPr lang="en-US" altLang="en-GB" sz="2000"/>
              <a:t> Enter Name </a:t>
            </a:r>
            <a:r>
              <a:rPr lang="en-US" altLang="en-US" sz="2000"/>
              <a:t>→</a:t>
            </a:r>
            <a:r>
              <a:rPr lang="en-US" altLang="en-GB" sz="2000"/>
              <a:t> Load Words </a:t>
            </a:r>
            <a:r>
              <a:rPr lang="en-US" altLang="en-US" sz="2000"/>
              <a:t>→</a:t>
            </a:r>
            <a:r>
              <a:rPr lang="en-US" altLang="en-GB" sz="2000"/>
              <a:t> New Round </a:t>
            </a:r>
            <a:r>
              <a:rPr lang="en-US" altLang="en-US" sz="2000"/>
              <a:t>→</a:t>
            </a:r>
            <a:r>
              <a:rPr lang="en-US" altLang="en-GB" sz="2000"/>
              <a:t> Play Hangman </a:t>
            </a:r>
            <a:r>
              <a:rPr lang="en-US" altLang="en-US" sz="2000"/>
              <a:t>→</a:t>
            </a:r>
            <a:r>
              <a:rPr lang="en-US" altLang="en-GB" sz="2000"/>
              <a:t> Update Score</a:t>
            </a:r>
            <a:endParaRPr lang="en-US" altLang="en-GB" sz="2000"/>
          </a:p>
          <a:p>
            <a:pPr algn="just"/>
            <a:r>
              <a:rPr lang="en-US" altLang="en-GB" sz="2000"/>
              <a:t>       </a:t>
            </a:r>
            <a:r>
              <a:rPr lang="en-US" altLang="en-US" sz="2000"/>
              <a:t>↑</a:t>
            </a:r>
            <a:r>
              <a:rPr lang="en-US" altLang="en-GB" sz="2000"/>
              <a:t>                                                         </a:t>
            </a:r>
            <a:r>
              <a:rPr lang="en-US" altLang="en-US" sz="2000"/>
              <a:t>↓</a:t>
            </a:r>
            <a:endParaRPr lang="en-US" altLang="en-US" sz="2000"/>
          </a:p>
          <a:p>
            <a:pPr algn="just"/>
            <a:r>
              <a:rPr lang="en-US" altLang="en-GB" sz="2000"/>
              <a:t>       </a:t>
            </a:r>
            <a:r>
              <a:rPr lang="en-US" altLang="en-US" sz="2000"/>
              <a:t>←</a:t>
            </a:r>
            <a:r>
              <a:rPr lang="en-US" altLang="en-GB" sz="2000"/>
              <a:t> Play Again? </a:t>
            </a:r>
            <a:r>
              <a:rPr lang="en-US" altLang="en-US" sz="2000"/>
              <a:t>←</a:t>
            </a:r>
            <a:r>
              <a:rPr lang="en-US" altLang="en-GB" sz="2000"/>
              <a:t> Yes/No </a:t>
            </a:r>
            <a:r>
              <a:rPr lang="en-US" altLang="en-US" sz="2000"/>
              <a:t>←</a:t>
            </a:r>
            <a:r>
              <a:rPr lang="en-US" altLang="en-GB" sz="2000"/>
              <a:t> Show High Scores </a:t>
            </a:r>
            <a:r>
              <a:rPr lang="en-US" altLang="en-US" sz="2000"/>
              <a:t>←</a:t>
            </a:r>
            <a:r>
              <a:rPr lang="en-US" altLang="en-GB" sz="2000"/>
              <a:t> End Game</a:t>
            </a:r>
            <a:endParaRPr lang="en-US" altLang="en-GB" sz="2000"/>
          </a:p>
        </p:txBody>
      </p:sp>
      <p:sp>
        <p:nvSpPr>
          <p:cNvPr id="5" name="Rectangles 4"/>
          <p:cNvSpPr/>
          <p:nvPr/>
        </p:nvSpPr>
        <p:spPr>
          <a:xfrm>
            <a:off x="7304405" y="122555"/>
            <a:ext cx="4488180" cy="65500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400"/>
              <a:t>do {</a:t>
            </a:r>
            <a:endParaRPr lang="en-US" altLang="en-GB" sz="1400"/>
          </a:p>
          <a:p>
            <a:pPr algn="ctr"/>
            <a:r>
              <a:rPr lang="en-US" altLang="en-GB" sz="1400"/>
              <a:t>    printf("\n-------------------------------------\n");</a:t>
            </a:r>
            <a:endParaRPr lang="en-US" altLang="en-GB" sz="1400"/>
          </a:p>
          <a:p>
            <a:pPr algn="ctr"/>
            <a:r>
              <a:rPr lang="en-US" altLang="en-GB" sz="1400"/>
              <a:t>    printf("         NEW ROUND START!!!\n");</a:t>
            </a:r>
            <a:endParaRPr lang="en-US" altLang="en-GB" sz="1400"/>
          </a:p>
          <a:p>
            <a:pPr algn="ctr"/>
            <a:r>
              <a:rPr lang="en-US" altLang="en-GB" sz="1400"/>
              <a:t>    printf("----------------------------------------\n\n");</a:t>
            </a:r>
            <a:endParaRPr lang="en-US" altLang="en-GB" sz="1400"/>
          </a:p>
          <a:p>
            <a:pPr algn="ctr"/>
            <a:r>
              <a:rPr lang="en-US" altLang="en-GB" sz="1400"/>
              <a:t>    </a:t>
            </a:r>
            <a:endParaRPr lang="en-US" altLang="en-GB" sz="1400"/>
          </a:p>
          <a:p>
            <a:pPr algn="ctr"/>
            <a:r>
              <a:rPr lang="en-US" altLang="en-GB" sz="1400"/>
              <a:t>    const char *secretWord = chooseWord(wordList, wordCount);</a:t>
            </a:r>
            <a:endParaRPr lang="en-US" altLang="en-GB" sz="1400"/>
          </a:p>
          <a:p>
            <a:pPr algn="ctr"/>
            <a:r>
              <a:rPr lang="en-US" altLang="en-GB" sz="1600"/>
              <a:t>    </a:t>
            </a:r>
            <a:endParaRPr lang="en-US" altLang="en-GB" sz="1400"/>
          </a:p>
          <a:p>
            <a:pPr algn="ctr"/>
            <a:r>
              <a:rPr lang="en-US" altLang="en-GB" sz="1400"/>
              <a:t>    playHangman(secretWord, &amp;playerScore);</a:t>
            </a:r>
            <a:endParaRPr lang="en-US" altLang="en-GB" sz="1400"/>
          </a:p>
          <a:p>
            <a:pPr algn="ctr"/>
            <a:r>
              <a:rPr lang="en-US" altLang="en-GB" sz="1400"/>
              <a:t>    </a:t>
            </a:r>
            <a:endParaRPr lang="en-US" altLang="en-GB" sz="1400"/>
          </a:p>
          <a:p>
            <a:pPr algn="ctr"/>
            <a:r>
              <a:rPr lang="en-US" altLang="en-GB" sz="1400"/>
              <a:t>    printf("\n-------------------------------------\n");</a:t>
            </a:r>
            <a:endParaRPr lang="en-US" altLang="en-GB" sz="1400"/>
          </a:p>
          <a:p>
            <a:pPr algn="ctr"/>
            <a:r>
              <a:rPr lang="en-US" altLang="en-GB" sz="1400"/>
              <a:t>    printf("Your current score: %d points\n", playerScore);</a:t>
            </a:r>
            <a:endParaRPr lang="en-US" altLang="en-GB" sz="1400"/>
          </a:p>
          <a:p>
            <a:pPr algn="ctr"/>
            <a:r>
              <a:rPr lang="en-US" altLang="en-GB" sz="1400"/>
              <a:t>    printf("----------------------------------------\n");</a:t>
            </a:r>
            <a:endParaRPr lang="en-US" altLang="en-GB" sz="1400"/>
          </a:p>
          <a:p>
            <a:pPr algn="ctr"/>
            <a:r>
              <a:rPr lang="en-US" altLang="en-GB" sz="1400"/>
              <a:t>    </a:t>
            </a:r>
            <a:endParaRPr lang="en-US" altLang="en-GB" sz="1400"/>
          </a:p>
          <a:p>
            <a:pPr algn="ctr"/>
            <a:r>
              <a:rPr lang="en-US" altLang="en-GB" sz="1400"/>
              <a:t>    printf("\nDo you want to play again? (y/n): ");</a:t>
            </a:r>
            <a:endParaRPr lang="en-US" altLang="en-GB" sz="1400"/>
          </a:p>
          <a:p>
            <a:pPr algn="ctr"/>
            <a:r>
              <a:rPr lang="en-US" altLang="en-GB" sz="1400"/>
              <a:t>    scanf(" %c", &amp;choice);</a:t>
            </a:r>
            <a:endParaRPr lang="en-US" altLang="en-GB" sz="1400"/>
          </a:p>
          <a:p>
            <a:pPr algn="ctr"/>
            <a:r>
              <a:rPr lang="en-US" altLang="en-GB" sz="1400"/>
              <a:t>    while(getchar() != '\n');</a:t>
            </a:r>
            <a:endParaRPr lang="en-US" altLang="en-GB" sz="1400"/>
          </a:p>
          <a:p>
            <a:pPr algn="ctr"/>
            <a:r>
              <a:rPr lang="en-US" altLang="en-GB" sz="1400"/>
              <a:t>    </a:t>
            </a:r>
            <a:endParaRPr lang="en-US" altLang="en-GB" sz="1400"/>
          </a:p>
          <a:p>
            <a:pPr algn="ctr"/>
            <a:r>
              <a:rPr lang="en-US" altLang="en-GB" sz="1400"/>
              <a:t>} while (choice == 'y' || choice == 'Y');</a:t>
            </a:r>
            <a:endParaRPr lang="en-US" altLang="en-GB" sz="1400"/>
          </a:p>
          <a:p>
            <a:pPr algn="ctr"/>
            <a:endParaRPr lang="en-US" altLang="en-GB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585" y="276225"/>
            <a:ext cx="3787775" cy="600075"/>
          </a:xfrm>
        </p:spPr>
        <p:txBody>
          <a:bodyPr>
            <a:normAutofit fontScale="90000"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Hangman Drawing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885" y="1224280"/>
            <a:ext cx="7033895" cy="5633720"/>
          </a:xfrm>
        </p:spPr>
        <p:txBody>
          <a:bodyPr>
            <a:normAutofit fontScale="70000"/>
          </a:bodyPr>
          <a:p>
            <a:pPr algn="just"/>
            <a:r>
              <a:rPr lang="en-US" altLang="en-GB" sz="2000"/>
              <a:t>The code shows:</a:t>
            </a:r>
            <a:endParaRPr lang="en-US" altLang="en-GB" sz="2000"/>
          </a:p>
          <a:p>
            <a:pPr algn="just"/>
            <a:r>
              <a:rPr lang="en-US" altLang="en-GB" sz="2000"/>
              <a:t>Displays the hangman figure based on remaining tries.</a:t>
            </a:r>
            <a:endParaRPr lang="en-US" altLang="en-GB" sz="2000"/>
          </a:p>
          <a:p>
            <a:pPr algn="just"/>
            <a:r>
              <a:rPr lang="en-US" altLang="en-GB" sz="2000"/>
              <a:t>Each incorrect guess adds a new part to the hangman.</a:t>
            </a:r>
            <a:endParaRPr lang="en-US" altLang="en-GB" sz="2000"/>
          </a:p>
          <a:p>
            <a:pPr algn="just"/>
            <a:r>
              <a:rPr lang="en-US" altLang="en-GB" sz="2000"/>
              <a:t>Helps the player visually track mistakes.</a:t>
            </a:r>
            <a:endParaRPr lang="en-US" altLang="en-GB" sz="2000"/>
          </a:p>
          <a:p>
            <a:pPr algn="just"/>
            <a:r>
              <a:rPr lang="en-US" altLang="en-GB" sz="2000"/>
              <a:t>Creates suspense and engagement during gameplay.</a:t>
            </a:r>
            <a:endParaRPr lang="en-US" altLang="en-GB" sz="2000"/>
          </a:p>
          <a:p>
            <a:pPr algn="just"/>
            <a:r>
              <a:rPr lang="en-US" altLang="en-GB" sz="2000"/>
              <a:t>ASCII art makes the game interactive even in a console.</a:t>
            </a:r>
            <a:endParaRPr lang="en-US" altLang="en-GB" sz="2000"/>
          </a:p>
          <a:p>
            <a:pPr algn="just"/>
            <a:r>
              <a:rPr lang="en-US" altLang="en-GB" sz="2000"/>
              <a:t>WORK PROCESS:</a:t>
            </a:r>
            <a:endParaRPr lang="en-US" altLang="en-GB" sz="2000"/>
          </a:p>
          <a:p>
            <a:pPr algn="just"/>
            <a:r>
              <a:rPr lang="en-US" altLang="en-GB" sz="2000"/>
              <a:t>Array HANGMAN_STAGES stores each stage of the hangman.</a:t>
            </a:r>
            <a:endParaRPr lang="en-US" altLang="en-GB" sz="2000"/>
          </a:p>
          <a:p>
            <a:pPr algn="just"/>
            <a:r>
              <a:rPr lang="en-US" altLang="en-GB" sz="2000"/>
              <a:t>The stage index is calculated from MAX_TRIES - triesLeft.</a:t>
            </a:r>
            <a:endParaRPr lang="en-US" altLang="en-GB" sz="2000"/>
          </a:p>
          <a:p>
            <a:pPr algn="just"/>
            <a:r>
              <a:rPr lang="en-US" altLang="en-GB" sz="2000"/>
              <a:t>Prints the correct visual every turn, giving immediate feedback.</a:t>
            </a:r>
            <a:endParaRPr lang="en-US" altLang="en-GB" sz="2000"/>
          </a:p>
          <a:p>
            <a:pPr algn="just"/>
            <a:r>
              <a:rPr lang="en-US" altLang="en-GB" sz="2000"/>
              <a:t>Visuals:0 mistakes:    3 mistakes:    7 mistakes:</a:t>
            </a:r>
            <a:endParaRPr lang="en-US" altLang="en-GB" sz="2000"/>
          </a:p>
          <a:p>
            <a:pPr algn="just"/>
            <a:r>
              <a:rPr lang="en-US" altLang="en-GB" sz="2000"/>
              <a:t>  ___           ___           ___</a:t>
            </a:r>
            <a:endParaRPr lang="en-US" altLang="en-GB" sz="2000"/>
          </a:p>
          <a:p>
            <a:pPr algn="just"/>
            <a:r>
              <a:rPr lang="en-US" altLang="en-GB" sz="2000"/>
              <a:t> |   |         |   |         |   |</a:t>
            </a:r>
            <a:endParaRPr lang="en-US" altLang="en-GB" sz="2000"/>
          </a:p>
          <a:p>
            <a:pPr algn="just"/>
            <a:r>
              <a:rPr lang="en-US" altLang="en-GB" sz="2000"/>
              <a:t> |             |   O         |   O</a:t>
            </a:r>
            <a:endParaRPr lang="en-US" altLang="en-GB" sz="2000"/>
          </a:p>
          <a:p>
            <a:pPr algn="just"/>
            <a:r>
              <a:rPr lang="en-US" altLang="en-GB" sz="2000"/>
              <a:t> |             |  /|         |  /|\</a:t>
            </a:r>
            <a:endParaRPr lang="en-US" altLang="en-GB" sz="2000"/>
          </a:p>
          <a:p>
            <a:pPr algn="just"/>
            <a:r>
              <a:rPr lang="en-US" altLang="en-GB" sz="2000"/>
              <a:t> |             |             |  / \</a:t>
            </a:r>
            <a:endParaRPr lang="en-US" altLang="en-GB" sz="2000"/>
          </a:p>
          <a:p>
            <a:pPr algn="just"/>
            <a:r>
              <a:rPr lang="en-US" altLang="en-GB" sz="2000"/>
              <a:t>_|_           _|_           _|_</a:t>
            </a:r>
            <a:endParaRPr lang="en-US" altLang="en-GB" sz="2000"/>
          </a:p>
          <a:p>
            <a:pPr algn="just"/>
            <a:endParaRPr lang="en-US" altLang="en-GB" sz="2000"/>
          </a:p>
        </p:txBody>
      </p:sp>
      <p:sp>
        <p:nvSpPr>
          <p:cNvPr id="7" name="Rectangles 6"/>
          <p:cNvSpPr/>
          <p:nvPr/>
        </p:nvSpPr>
        <p:spPr>
          <a:xfrm>
            <a:off x="6868160" y="505460"/>
            <a:ext cx="4876800" cy="5817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oid showHangman(int triesLeft)</a:t>
            </a:r>
            <a:endParaRPr lang="en-US" altLang="en-GB"/>
          </a:p>
          <a:p>
            <a:pPr algn="ctr"/>
            <a:r>
              <a:rPr lang="en-US" altLang="en-GB"/>
              <a:t>{</a:t>
            </a:r>
            <a:endParaRPr lang="en-US" altLang="en-GB"/>
          </a:p>
          <a:p>
            <a:pPr algn="ctr"/>
            <a:r>
              <a:rPr lang="en-US" altLang="en-GB"/>
              <a:t>    static const char *HANGMAN_STAGES[] = {</a:t>
            </a:r>
            <a:endParaRPr lang="en-US" altLang="en-GB"/>
          </a:p>
          <a:p>
            <a:pPr algn="ctr"/>
            <a:r>
              <a:rPr lang="en-US" altLang="en-GB"/>
              <a:t>        "  _______\n"</a:t>
            </a:r>
            <a:endParaRPr lang="en-US" altLang="en-GB"/>
          </a:p>
          <a:p>
            <a:pPr algn="ctr"/>
            <a:r>
              <a:rPr lang="en-US" altLang="en-GB"/>
              <a:t>        " |       |\n"</a:t>
            </a:r>
            <a:endParaRPr lang="en-US" altLang="en-GB"/>
          </a:p>
          <a:p>
            <a:pPr algn="ctr"/>
            <a:r>
              <a:rPr lang="en-US" altLang="en-GB"/>
              <a:t>        " |       O\n"</a:t>
            </a:r>
            <a:endParaRPr lang="en-US" altLang="en-GB"/>
          </a:p>
          <a:p>
            <a:pPr algn="ctr"/>
            <a:r>
              <a:rPr lang="en-US" altLang="en-GB"/>
              <a:t>        " |      /|\\\n"</a:t>
            </a:r>
            <a:endParaRPr lang="en-US" altLang="en-GB"/>
          </a:p>
          <a:p>
            <a:pPr algn="ctr"/>
            <a:r>
              <a:rPr lang="en-US" altLang="en-GB"/>
              <a:t>        " |      / \\\n"</a:t>
            </a:r>
            <a:endParaRPr lang="en-US" altLang="en-GB"/>
          </a:p>
          <a:p>
            <a:pPr algn="ctr"/>
            <a:r>
              <a:rPr lang="en-US" altLang="en-GB"/>
              <a:t> int stage = MAX_TRIES - triesLeft;</a:t>
            </a:r>
            <a:endParaRPr lang="en-US" altLang="en-GB"/>
          </a:p>
          <a:p>
            <a:pPr algn="ctr"/>
            <a:r>
              <a:rPr lang="en-US" altLang="en-GB"/>
              <a:t>    if (stage &lt; 0) stage = 0;</a:t>
            </a:r>
            <a:endParaRPr lang="en-US" altLang="en-GB"/>
          </a:p>
          <a:p>
            <a:pPr algn="ctr"/>
            <a:r>
              <a:rPr lang="en-US" altLang="en-GB"/>
              <a:t>    if (stage &gt; MAX_TRIES) stage = MAX_TRIES;</a:t>
            </a:r>
            <a:endParaRPr lang="en-US" altLang="en-GB"/>
          </a:p>
          <a:p>
            <a:pPr algn="ctr"/>
            <a:endParaRPr lang="en-US" altLang="en-GB"/>
          </a:p>
          <a:p>
            <a:pPr algn="ctr"/>
            <a:r>
              <a:rPr lang="en-US" altLang="en-GB"/>
              <a:t>    printf("%s\n", HANGMAN_STAGES[stage]);</a:t>
            </a:r>
            <a:endParaRPr lang="en-US" altLang="en-GB"/>
          </a:p>
          <a:p>
            <a:pPr algn="ctr"/>
            <a:r>
              <a:rPr lang="en-US" altLang="en-GB"/>
              <a:t>}</a:t>
            </a:r>
            <a:endParaRPr lang="en-US" alt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585" y="276225"/>
            <a:ext cx="3787775" cy="600075"/>
          </a:xfrm>
        </p:spPr>
        <p:txBody>
          <a:bodyPr>
            <a:normAutofit fontScale="90000"/>
          </a:bodyPr>
          <a:p>
            <a:pPr algn="just"/>
            <a:r>
              <a:rPr lang="en-US" altLang="en-GB" sz="32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Thoughts &amp; Conclusion</a:t>
            </a:r>
            <a:endParaRPr lang="en-US" altLang="en-GB" sz="32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202805" y="505460"/>
            <a:ext cx="4542155" cy="5817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r>
              <a:rPr lang="en-US" altLang="en-GB"/>
              <a:t>|  Start Game     |</a:t>
            </a:r>
            <a:endParaRPr lang="en-US" altLang="en-GB"/>
          </a:p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r>
              <a:rPr lang="en-US" altLang="en-GB"/>
              <a:t>          |</a:t>
            </a:r>
            <a:endParaRPr lang="en-US" altLang="en-GB"/>
          </a:p>
          <a:p>
            <a:pPr algn="ctr"/>
            <a:r>
              <a:rPr lang="en-US" altLang="en-GB"/>
              <a:t>          v</a:t>
            </a:r>
            <a:endParaRPr lang="en-US" altLang="en-GB"/>
          </a:p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r>
              <a:rPr lang="en-US" altLang="en-GB"/>
              <a:t>| Enter Player    |</a:t>
            </a:r>
            <a:endParaRPr lang="en-US" altLang="en-GB"/>
          </a:p>
          <a:p>
            <a:pPr algn="ctr"/>
            <a:r>
              <a:rPr lang="en-US" altLang="en-GB"/>
              <a:t>| Name            |</a:t>
            </a:r>
            <a:endParaRPr lang="en-US" altLang="en-GB"/>
          </a:p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r>
              <a:rPr lang="en-US" altLang="en-GB"/>
              <a:t>          |</a:t>
            </a:r>
            <a:endParaRPr lang="en-US" altLang="en-GB"/>
          </a:p>
          <a:p>
            <a:pPr algn="ctr"/>
            <a:r>
              <a:rPr lang="en-US" altLang="en-GB"/>
              <a:t>          v</a:t>
            </a:r>
            <a:endParaRPr lang="en-US" altLang="en-GB"/>
          </a:p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r>
              <a:rPr lang="en-US" altLang="en-GB"/>
              <a:t>          v</a:t>
            </a:r>
            <a:endParaRPr lang="en-US" altLang="en-GB"/>
          </a:p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r>
              <a:rPr lang="en-US" altLang="en-GB"/>
              <a:t>| Play Again?     |</a:t>
            </a:r>
            <a:endParaRPr lang="en-US" altLang="en-GB"/>
          </a:p>
          <a:p>
            <a:pPr algn="ctr"/>
            <a:r>
              <a:rPr lang="en-US" altLang="en-GB"/>
              <a:t>| (Yes/No)        |</a:t>
            </a:r>
            <a:endParaRPr lang="en-US" altLang="en-GB"/>
          </a:p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r>
              <a:rPr lang="en-US" altLang="en-GB"/>
              <a:t>          |</a:t>
            </a:r>
            <a:endParaRPr lang="en-US" altLang="en-GB"/>
          </a:p>
          <a:p>
            <a:pPr algn="ctr"/>
            <a:r>
              <a:rPr lang="en-US" altLang="en-GB"/>
              <a:t>          v</a:t>
            </a:r>
            <a:endParaRPr lang="en-US" altLang="en-GB"/>
          </a:p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r>
              <a:rPr lang="en-US" altLang="en-GB"/>
              <a:t>|  Game Over      |</a:t>
            </a:r>
            <a:endParaRPr lang="en-US" altLang="en-GB"/>
          </a:p>
          <a:p>
            <a:pPr algn="ctr"/>
            <a:r>
              <a:rPr lang="en-US" altLang="en-GB"/>
              <a:t>+-----------------+</a:t>
            </a:r>
            <a:endParaRPr lang="en-US" altLang="en-GB"/>
          </a:p>
          <a:p>
            <a:pPr algn="ctr"/>
            <a:endParaRPr lang="en-US" altLang="en-GB"/>
          </a:p>
        </p:txBody>
      </p:sp>
      <p:sp>
        <p:nvSpPr>
          <p:cNvPr id="4" name="Subtitle 3"/>
          <p:cNvSpPr/>
          <p:nvPr>
            <p:ph type="subTitle" idx="1"/>
          </p:nvPr>
        </p:nvSpPr>
        <p:spPr>
          <a:xfrm>
            <a:off x="105410" y="765810"/>
            <a:ext cx="6275705" cy="5989320"/>
          </a:xfrm>
        </p:spPr>
        <p:txBody>
          <a:bodyPr>
            <a:normAutofit fontScale="80000"/>
          </a:bodyPr>
          <a:p>
            <a:pPr algn="just"/>
            <a:r>
              <a:rPr lang="en-US" altLang="en-GB"/>
              <a:t>Learning trough the process:</a:t>
            </a:r>
            <a:endParaRPr lang="en-US" altLang="en-GB"/>
          </a:p>
          <a:p>
            <a:pPr algn="just"/>
            <a:endParaRPr lang="en-US" altLang="en-GB"/>
          </a:p>
          <a:p>
            <a:pPr algn="just"/>
            <a:r>
              <a:rPr lang="en-US" altLang="en-GB"/>
              <a:t>Built a fully functional Hangman game in C with:</a:t>
            </a:r>
            <a:endParaRPr lang="en-US" altLang="en-GB"/>
          </a:p>
          <a:p>
            <a:pPr algn="just"/>
            <a:r>
              <a:rPr lang="en-US" altLang="en-GB"/>
              <a:t>Random word selection</a:t>
            </a:r>
            <a:endParaRPr lang="en-US" altLang="en-GB"/>
          </a:p>
          <a:p>
            <a:pPr algn="just"/>
            <a:r>
              <a:rPr lang="en-US" altLang="en-GB"/>
              <a:t>ASCII hangman drawing</a:t>
            </a:r>
            <a:endParaRPr lang="en-US" altLang="en-GB"/>
          </a:p>
          <a:p>
            <a:pPr algn="just"/>
            <a:r>
              <a:rPr lang="en-US" altLang="en-GB"/>
              <a:t>Input validation</a:t>
            </a:r>
            <a:endParaRPr lang="en-US" altLang="en-GB"/>
          </a:p>
          <a:p>
            <a:pPr algn="just"/>
            <a:r>
              <a:rPr lang="en-US" altLang="en-GB"/>
              <a:t>Scoring &amp; high score system</a:t>
            </a:r>
            <a:endParaRPr lang="en-US" altLang="en-GB"/>
          </a:p>
          <a:p>
            <a:pPr algn="just"/>
            <a:r>
              <a:rPr lang="en-US" altLang="en-GB"/>
              <a:t>Modular code structure:</a:t>
            </a:r>
            <a:endParaRPr lang="en-US" altLang="en-GB"/>
          </a:p>
          <a:p>
            <a:pPr algn="just"/>
            <a:r>
              <a:rPr lang="en-US" altLang="en-GB"/>
              <a:t>main.c </a:t>
            </a:r>
            <a:r>
              <a:rPr lang="en-US" altLang="en-US"/>
              <a:t>→</a:t>
            </a:r>
            <a:r>
              <a:rPr lang="en-US" altLang="en-GB"/>
              <a:t> Game loop &amp; player flow</a:t>
            </a:r>
            <a:endParaRPr lang="en-US" altLang="en-GB"/>
          </a:p>
          <a:p>
            <a:pPr algn="just"/>
            <a:r>
              <a:rPr lang="en-US" altLang="en-GB"/>
              <a:t>game.c </a:t>
            </a:r>
            <a:r>
              <a:rPr lang="en-US" altLang="en-US"/>
              <a:t>→</a:t>
            </a:r>
            <a:r>
              <a:rPr lang="en-US" altLang="en-GB"/>
              <a:t> Hangman logic, guesses, and drawing</a:t>
            </a:r>
            <a:endParaRPr lang="en-US" altLang="en-GB"/>
          </a:p>
          <a:p>
            <a:pPr algn="just"/>
            <a:r>
              <a:rPr lang="en-US" altLang="en-GB"/>
              <a:t>player.c </a:t>
            </a:r>
            <a:r>
              <a:rPr lang="en-US" altLang="en-US"/>
              <a:t>→</a:t>
            </a:r>
            <a:r>
              <a:rPr lang="en-US" altLang="en-GB"/>
              <a:t> Player info, scoring, and file handling</a:t>
            </a:r>
            <a:endParaRPr lang="en-US" altLang="en-GB"/>
          </a:p>
          <a:p>
            <a:pPr algn="just"/>
            <a:r>
              <a:rPr lang="en-US" altLang="en-GB"/>
              <a:t>Files used for persistent storage: words.txt and scores.txt</a:t>
            </a:r>
            <a:endParaRPr lang="en-US" altLang="en-GB"/>
          </a:p>
          <a:p>
            <a:pPr algn="just"/>
            <a:r>
              <a:rPr lang="en-US" altLang="en-GB"/>
              <a:t>Engaging console experience with visual feedback and fair gamep</a:t>
            </a:r>
            <a:endParaRPr lang="en-US" alt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Group 3, Ashfaqul, Intisar, Rafiha, Sadat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13223</Words>
  <Application>WPS Presentation</Application>
  <PresentationFormat>Widescreen</PresentationFormat>
  <Paragraphs>514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HANGMAN GAME IN C</vt:lpstr>
      <vt:lpstr>library used for what?!!</vt:lpstr>
      <vt:lpstr>What the program does?!!!!</vt:lpstr>
      <vt:lpstr>Loading words for game</vt:lpstr>
      <vt:lpstr>Checking players guess&gt;</vt:lpstr>
      <vt:lpstr>Tracking Mistakes &amp; Updating the Hangman</vt:lpstr>
      <vt:lpstr>Win or lose? let’s think with logic</vt:lpstr>
      <vt:lpstr>Scoring System &amp; High Scores</vt:lpstr>
      <vt:lpstr>Scoring System &amp; High Scores</vt:lpstr>
      <vt:lpstr>how game runs? step by step solution:</vt:lpstr>
      <vt:lpstr>ASCII Hangman Drawing</vt:lpstr>
      <vt:lpstr>Final Thoughts &amp;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Syed Sadat Hasan</cp:lastModifiedBy>
  <cp:revision>7</cp:revision>
  <dcterms:created xsi:type="dcterms:W3CDTF">2025-07-23T00:59:00Z</dcterms:created>
  <dcterms:modified xsi:type="dcterms:W3CDTF">2025-12-13T13:51:33Z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D541E715297E4CEE8E223CA839C41C95_13</vt:lpwstr>
  </property>
  <property fmtid="{D5CDD505-2E9C-101B-9397-08002B2CF9AE}" pid="3" name="KSOProductBuildVer">
    <vt:lpwstr>1033-12.2.0.23155</vt:lpwstr>
  </property>
</Properties>
</file>